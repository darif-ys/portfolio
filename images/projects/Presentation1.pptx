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10799763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2C8"/>
    <a:srgbClr val="E3B8A9"/>
    <a:srgbClr val="8B7F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67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49971" y="824885"/>
            <a:ext cx="8099822" cy="1754776"/>
          </a:xfrm>
        </p:spPr>
        <p:txBody>
          <a:bodyPr anchor="b"/>
          <a:lstStyle>
            <a:lvl1pPr algn="ctr"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2647331"/>
            <a:ext cx="8099822" cy="1216909"/>
          </a:xfrm>
        </p:spPr>
        <p:txBody>
          <a:bodyPr/>
          <a:lstStyle>
            <a:lvl1pPr marL="0" indent="0" algn="ctr">
              <a:buNone/>
              <a:defRPr sz="1764"/>
            </a:lvl1pPr>
            <a:lvl2pPr marL="336042" indent="0" algn="ctr">
              <a:buNone/>
              <a:defRPr sz="1470"/>
            </a:lvl2pPr>
            <a:lvl3pPr marL="672084" indent="0" algn="ctr">
              <a:buNone/>
              <a:defRPr sz="1323"/>
            </a:lvl3pPr>
            <a:lvl4pPr marL="1008126" indent="0" algn="ctr">
              <a:buNone/>
              <a:defRPr sz="1176"/>
            </a:lvl4pPr>
            <a:lvl5pPr marL="1344168" indent="0" algn="ctr">
              <a:buNone/>
              <a:defRPr sz="1176"/>
            </a:lvl5pPr>
            <a:lvl6pPr marL="1680210" indent="0" algn="ctr">
              <a:buNone/>
              <a:defRPr sz="1176"/>
            </a:lvl6pPr>
            <a:lvl7pPr marL="2016252" indent="0" algn="ctr">
              <a:buNone/>
              <a:defRPr sz="1176"/>
            </a:lvl7pPr>
            <a:lvl8pPr marL="2352294" indent="0" algn="ctr">
              <a:buNone/>
              <a:defRPr sz="1176"/>
            </a:lvl8pPr>
            <a:lvl9pPr marL="2688336" indent="0" algn="ctr">
              <a:buNone/>
              <a:defRPr sz="117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040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457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1256579"/>
            <a:ext cx="9314796" cy="2096630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3373044"/>
            <a:ext cx="9314796" cy="1102568"/>
          </a:xfrm>
        </p:spPr>
        <p:txBody>
          <a:bodyPr/>
          <a:lstStyle>
            <a:lvl1pPr marL="0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1pPr>
            <a:lvl2pPr marL="336042" indent="0">
              <a:buNone/>
              <a:defRPr sz="1470">
                <a:solidFill>
                  <a:schemeClr val="tx1">
                    <a:tint val="82000"/>
                  </a:schemeClr>
                </a:solidFill>
              </a:defRPr>
            </a:lvl2pPr>
            <a:lvl3pPr marL="672084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3pPr>
            <a:lvl4pPr marL="1008126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4pPr>
            <a:lvl5pPr marL="1344168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5pPr>
            <a:lvl6pPr marL="1680210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6pPr>
            <a:lvl7pPr marL="2016252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7pPr>
            <a:lvl8pPr marL="2352294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8pPr>
            <a:lvl9pPr marL="2688336" indent="0">
              <a:buNone/>
              <a:defRPr sz="117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940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1341750"/>
            <a:ext cx="4589899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1341750"/>
            <a:ext cx="4589899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3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268350"/>
            <a:ext cx="9314796" cy="97422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1" y="1235577"/>
            <a:ext cx="456880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1" y="1841114"/>
            <a:ext cx="4568806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0" y="1235577"/>
            <a:ext cx="4591306" cy="605537"/>
          </a:xfrm>
        </p:spPr>
        <p:txBody>
          <a:bodyPr anchor="b"/>
          <a:lstStyle>
            <a:lvl1pPr marL="0" indent="0">
              <a:buNone/>
              <a:defRPr sz="1764" b="1"/>
            </a:lvl1pPr>
            <a:lvl2pPr marL="336042" indent="0">
              <a:buNone/>
              <a:defRPr sz="1470" b="1"/>
            </a:lvl2pPr>
            <a:lvl3pPr marL="672084" indent="0">
              <a:buNone/>
              <a:defRPr sz="1323" b="1"/>
            </a:lvl3pPr>
            <a:lvl4pPr marL="1008126" indent="0">
              <a:buNone/>
              <a:defRPr sz="1176" b="1"/>
            </a:lvl4pPr>
            <a:lvl5pPr marL="1344168" indent="0">
              <a:buNone/>
              <a:defRPr sz="1176" b="1"/>
            </a:lvl5pPr>
            <a:lvl6pPr marL="1680210" indent="0">
              <a:buNone/>
              <a:defRPr sz="1176" b="1"/>
            </a:lvl6pPr>
            <a:lvl7pPr marL="2016252" indent="0">
              <a:buNone/>
              <a:defRPr sz="1176" b="1"/>
            </a:lvl7pPr>
            <a:lvl8pPr marL="2352294" indent="0">
              <a:buNone/>
              <a:defRPr sz="1176" b="1"/>
            </a:lvl8pPr>
            <a:lvl9pPr marL="2688336" indent="0">
              <a:buNone/>
              <a:defRPr sz="117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0" y="1841114"/>
            <a:ext cx="4591306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256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915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76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36021"/>
            <a:ext cx="3483204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725712"/>
            <a:ext cx="5467380" cy="3581889"/>
          </a:xfrm>
        </p:spPr>
        <p:txBody>
          <a:bodyPr/>
          <a:lstStyle>
            <a:lvl1pPr>
              <a:defRPr sz="2352"/>
            </a:lvl1pPr>
            <a:lvl2pPr>
              <a:defRPr sz="2058"/>
            </a:lvl2pPr>
            <a:lvl3pPr>
              <a:defRPr sz="1764"/>
            </a:lvl3pPr>
            <a:lvl4pPr>
              <a:defRPr sz="1470"/>
            </a:lvl4pPr>
            <a:lvl5pPr>
              <a:defRPr sz="1470"/>
            </a:lvl5pPr>
            <a:lvl6pPr>
              <a:defRPr sz="1470"/>
            </a:lvl6pPr>
            <a:lvl7pPr>
              <a:defRPr sz="1470"/>
            </a:lvl7pPr>
            <a:lvl8pPr>
              <a:defRPr sz="1470"/>
            </a:lvl8pPr>
            <a:lvl9pPr>
              <a:defRPr sz="147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512094"/>
            <a:ext cx="3483204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33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36021"/>
            <a:ext cx="3483204" cy="1176073"/>
          </a:xfrm>
        </p:spPr>
        <p:txBody>
          <a:bodyPr anchor="b"/>
          <a:lstStyle>
            <a:lvl1pPr>
              <a:defRPr sz="235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725712"/>
            <a:ext cx="5467380" cy="3581889"/>
          </a:xfrm>
        </p:spPr>
        <p:txBody>
          <a:bodyPr anchor="t"/>
          <a:lstStyle>
            <a:lvl1pPr marL="0" indent="0">
              <a:buNone/>
              <a:defRPr sz="2352"/>
            </a:lvl1pPr>
            <a:lvl2pPr marL="336042" indent="0">
              <a:buNone/>
              <a:defRPr sz="2058"/>
            </a:lvl2pPr>
            <a:lvl3pPr marL="672084" indent="0">
              <a:buNone/>
              <a:defRPr sz="1764"/>
            </a:lvl3pPr>
            <a:lvl4pPr marL="1008126" indent="0">
              <a:buNone/>
              <a:defRPr sz="1470"/>
            </a:lvl4pPr>
            <a:lvl5pPr marL="1344168" indent="0">
              <a:buNone/>
              <a:defRPr sz="1470"/>
            </a:lvl5pPr>
            <a:lvl6pPr marL="1680210" indent="0">
              <a:buNone/>
              <a:defRPr sz="1470"/>
            </a:lvl6pPr>
            <a:lvl7pPr marL="2016252" indent="0">
              <a:buNone/>
              <a:defRPr sz="1470"/>
            </a:lvl7pPr>
            <a:lvl8pPr marL="2352294" indent="0">
              <a:buNone/>
              <a:defRPr sz="1470"/>
            </a:lvl8pPr>
            <a:lvl9pPr marL="2688336" indent="0">
              <a:buNone/>
              <a:defRPr sz="147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512094"/>
            <a:ext cx="3483204" cy="2801341"/>
          </a:xfrm>
        </p:spPr>
        <p:txBody>
          <a:bodyPr/>
          <a:lstStyle>
            <a:lvl1pPr marL="0" indent="0">
              <a:buNone/>
              <a:defRPr sz="1176"/>
            </a:lvl1pPr>
            <a:lvl2pPr marL="336042" indent="0">
              <a:buNone/>
              <a:defRPr sz="1029"/>
            </a:lvl2pPr>
            <a:lvl3pPr marL="672084" indent="0">
              <a:buNone/>
              <a:defRPr sz="882"/>
            </a:lvl3pPr>
            <a:lvl4pPr marL="1008126" indent="0">
              <a:buNone/>
              <a:defRPr sz="735"/>
            </a:lvl4pPr>
            <a:lvl5pPr marL="1344168" indent="0">
              <a:buNone/>
              <a:defRPr sz="735"/>
            </a:lvl5pPr>
            <a:lvl6pPr marL="1680210" indent="0">
              <a:buNone/>
              <a:defRPr sz="735"/>
            </a:lvl6pPr>
            <a:lvl7pPr marL="2016252" indent="0">
              <a:buNone/>
              <a:defRPr sz="735"/>
            </a:lvl7pPr>
            <a:lvl8pPr marL="2352294" indent="0">
              <a:buNone/>
              <a:defRPr sz="735"/>
            </a:lvl8pPr>
            <a:lvl9pPr marL="2688336" indent="0">
              <a:buNone/>
              <a:defRPr sz="73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477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05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0" y="268350"/>
            <a:ext cx="2328699" cy="42714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268350"/>
            <a:ext cx="6851100" cy="42714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503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268350"/>
            <a:ext cx="9314796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1341750"/>
            <a:ext cx="9314796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4671624"/>
            <a:ext cx="242994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10655-8652-4A1C-BE76-224AE6BB833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4671624"/>
            <a:ext cx="3644920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4671624"/>
            <a:ext cx="2429947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8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14FECF-824A-445C-92AB-E771EBBE4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214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72084" rtl="0" eaLnBrk="1" latinLnBrk="0" hangingPunct="1">
        <a:lnSpc>
          <a:spcPct val="90000"/>
        </a:lnSpc>
        <a:spcBef>
          <a:spcPct val="0"/>
        </a:spcBef>
        <a:buNone/>
        <a:defRPr sz="323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8021" indent="-168021" algn="l" defTabSz="672084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8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4010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614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512189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848231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184273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856357" indent="-168021" algn="l" defTabSz="672084" rtl="0" eaLnBrk="1" latinLnBrk="0" hangingPunct="1">
        <a:lnSpc>
          <a:spcPct val="90000"/>
        </a:lnSpc>
        <a:spcBef>
          <a:spcPts val="368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3604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3pPr>
      <a:lvl4pPr marL="100812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4pPr>
      <a:lvl5pPr marL="1344168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5pPr>
      <a:lvl6pPr marL="1680210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6pPr>
      <a:lvl7pPr marL="2016252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7pPr>
      <a:lvl8pPr marL="2352294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8pPr>
      <a:lvl9pPr marL="2688336" algn="l" defTabSz="672084" rtl="0" eaLnBrk="1" latinLnBrk="0" hangingPunct="1">
        <a:defRPr sz="132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erson with a beard&#10;&#10;AI-generated content may be incorrect.">
            <a:extLst>
              <a:ext uri="{FF2B5EF4-FFF2-40B4-BE49-F238E27FC236}">
                <a16:creationId xmlns:a16="http://schemas.microsoft.com/office/drawing/2014/main" id="{373F2B76-5AFD-B780-2F7F-B6257C824F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210" y="612048"/>
            <a:ext cx="1842637" cy="18426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85F9E39-BDFA-1BA0-93C9-2F61D7AF5D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1352" y="612048"/>
            <a:ext cx="1842637" cy="184263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132CC44-CBAB-4885-8C3F-A6EC2FAFBA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64210" y="2632126"/>
            <a:ext cx="1842637" cy="184263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D317F63-2596-9004-84E0-573C6524E1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1352" y="2632126"/>
            <a:ext cx="1842637" cy="184263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D68B1389-2EEA-C675-CF48-8DD4A0A223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556" y="612048"/>
            <a:ext cx="1842637" cy="184263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34F832-8B36-4D2B-5BB8-88C0F66FDA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4699" y="612048"/>
            <a:ext cx="1842637" cy="184263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8CFBE31-E560-F280-0F70-C19E6AE8A6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556" y="2632126"/>
            <a:ext cx="1842637" cy="184263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F5ADC93-8CE4-92F9-40A4-1961D5D147B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4699" y="2632126"/>
            <a:ext cx="1842637" cy="1842637"/>
          </a:xfrm>
          <a:prstGeom prst="rect">
            <a:avLst/>
          </a:prstGeom>
        </p:spPr>
      </p:pic>
      <p:sp>
        <p:nvSpPr>
          <p:cNvPr id="34" name="Arrow: Right 33">
            <a:extLst>
              <a:ext uri="{FF2B5EF4-FFF2-40B4-BE49-F238E27FC236}">
                <a16:creationId xmlns:a16="http://schemas.microsoft.com/office/drawing/2014/main" id="{FDCE162A-55A7-D8FE-725B-7AA05F35F57E}"/>
              </a:ext>
            </a:extLst>
          </p:cNvPr>
          <p:cNvSpPr/>
          <p:nvPr/>
        </p:nvSpPr>
        <p:spPr>
          <a:xfrm>
            <a:off x="4624395" y="2146333"/>
            <a:ext cx="1552756" cy="747645"/>
          </a:xfrm>
          <a:prstGeom prst="rightArrow">
            <a:avLst/>
          </a:prstGeom>
          <a:solidFill>
            <a:srgbClr val="D9D2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042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0DBBDFD-C972-7A00-A0EC-D13493BF230F}"/>
              </a:ext>
            </a:extLst>
          </p:cNvPr>
          <p:cNvSpPr/>
          <p:nvPr/>
        </p:nvSpPr>
        <p:spPr>
          <a:xfrm>
            <a:off x="2379130" y="1574808"/>
            <a:ext cx="1642532" cy="615150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Web Research 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AB92D4-2B7A-51BC-79D4-CB3F8B1E8DDE}"/>
              </a:ext>
            </a:extLst>
          </p:cNvPr>
          <p:cNvSpPr/>
          <p:nvPr/>
        </p:nvSpPr>
        <p:spPr>
          <a:xfrm>
            <a:off x="4656664" y="1574809"/>
            <a:ext cx="1642532" cy="615150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Text Analysis Agent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616B755-18B3-341C-F702-2CDCE1901F59}"/>
              </a:ext>
            </a:extLst>
          </p:cNvPr>
          <p:cNvSpPr/>
          <p:nvPr/>
        </p:nvSpPr>
        <p:spPr>
          <a:xfrm>
            <a:off x="6934198" y="1574807"/>
            <a:ext cx="1642532" cy="615150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Summary Agent</a:t>
            </a:r>
          </a:p>
        </p:txBody>
      </p:sp>
      <p:pic>
        <p:nvPicPr>
          <p:cNvPr id="1028" name="Picture 4" descr="Robot - Icônes la technologie gratuites">
            <a:extLst>
              <a:ext uri="{FF2B5EF4-FFF2-40B4-BE49-F238E27FC236}">
                <a16:creationId xmlns:a16="http://schemas.microsoft.com/office/drawing/2014/main" id="{4BC95260-E083-C67F-4F7C-121EBAC1A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8676" y="1063754"/>
            <a:ext cx="553244" cy="553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Robot - Icônes la technologie gratuites">
            <a:extLst>
              <a:ext uri="{FF2B5EF4-FFF2-40B4-BE49-F238E27FC236}">
                <a16:creationId xmlns:a16="http://schemas.microsoft.com/office/drawing/2014/main" id="{E3B3C182-2BCF-4405-ECEC-90129397A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8988" y="1063754"/>
            <a:ext cx="553244" cy="553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Robot - Icônes la technologie gratuites">
            <a:extLst>
              <a:ext uri="{FF2B5EF4-FFF2-40B4-BE49-F238E27FC236}">
                <a16:creationId xmlns:a16="http://schemas.microsoft.com/office/drawing/2014/main" id="{A192A9B1-17DC-81C9-8D8A-5F72FA60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6522" y="1063754"/>
            <a:ext cx="553244" cy="553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000B3EB-8538-3E74-E507-5C7D343A90E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4021662" y="1882383"/>
            <a:ext cx="635002" cy="1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210D42-B3FC-0A10-C99C-FD281F92BA1A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6299196" y="1882382"/>
            <a:ext cx="635002" cy="2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A2A1412-9D6A-FADE-FA0C-86383BBC177E}"/>
              </a:ext>
            </a:extLst>
          </p:cNvPr>
          <p:cNvSpPr/>
          <p:nvPr/>
        </p:nvSpPr>
        <p:spPr>
          <a:xfrm>
            <a:off x="2218263" y="990601"/>
            <a:ext cx="6527804" cy="1351771"/>
          </a:xfrm>
          <a:prstGeom prst="roundRect">
            <a:avLst/>
          </a:prstGeom>
          <a:noFill/>
          <a:ln w="6350">
            <a:solidFill>
              <a:srgbClr val="D9D2C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30" name="Picture 6" descr="Free Laptop User Icon - Download SVG, PNG for Business | IconScout">
            <a:extLst>
              <a:ext uri="{FF2B5EF4-FFF2-40B4-BE49-F238E27FC236}">
                <a16:creationId xmlns:a16="http://schemas.microsoft.com/office/drawing/2014/main" id="{B60DEE5C-1C1A-5AAE-A321-42A95C1AA8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689" y="2182223"/>
            <a:ext cx="760350" cy="73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sult - Free files and folders icons">
            <a:extLst>
              <a:ext uri="{FF2B5EF4-FFF2-40B4-BE49-F238E27FC236}">
                <a16:creationId xmlns:a16="http://schemas.microsoft.com/office/drawing/2014/main" id="{6AC579AF-CC9A-0FC8-2804-8629C7D37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1364" y="2176029"/>
            <a:ext cx="737421" cy="737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Tools - Free marketing icons">
            <a:extLst>
              <a:ext uri="{FF2B5EF4-FFF2-40B4-BE49-F238E27FC236}">
                <a16:creationId xmlns:a16="http://schemas.microsoft.com/office/drawing/2014/main" id="{B7E8C61A-3FEF-B063-EE0F-47263D8CD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4182" y="2723861"/>
            <a:ext cx="561577" cy="56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Tools - Free marketing icons">
            <a:extLst>
              <a:ext uri="{FF2B5EF4-FFF2-40B4-BE49-F238E27FC236}">
                <a16:creationId xmlns:a16="http://schemas.microsoft.com/office/drawing/2014/main" id="{68ACAA10-EBCE-CA80-5AB7-1982D6F22C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1778" y="2723861"/>
            <a:ext cx="561577" cy="56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BB77D47-7249-0AE9-E5B3-571A0741A188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3695759" y="3004650"/>
            <a:ext cx="3596019" cy="0"/>
          </a:xfrm>
          <a:prstGeom prst="line">
            <a:avLst/>
          </a:prstGeom>
          <a:ln w="19050">
            <a:solidFill>
              <a:srgbClr val="D9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8" name="Picture 14" descr="Tools - Free marketing icons">
            <a:extLst>
              <a:ext uri="{FF2B5EF4-FFF2-40B4-BE49-F238E27FC236}">
                <a16:creationId xmlns:a16="http://schemas.microsoft.com/office/drawing/2014/main" id="{04FF800C-6B41-0D77-390A-574F0ED5D7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2980" y="2720446"/>
            <a:ext cx="561577" cy="56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C09B11-F142-0C27-AF21-C1F33A5D32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5482165" y="2342372"/>
            <a:ext cx="11056" cy="384906"/>
          </a:xfrm>
          <a:prstGeom prst="line">
            <a:avLst/>
          </a:prstGeom>
          <a:ln w="19050">
            <a:solidFill>
              <a:srgbClr val="D9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6F293BE-13DE-8603-A11B-D97E9A2B497C}"/>
              </a:ext>
            </a:extLst>
          </p:cNvPr>
          <p:cNvSpPr/>
          <p:nvPr/>
        </p:nvSpPr>
        <p:spPr>
          <a:xfrm>
            <a:off x="2593704" y="3666924"/>
            <a:ext cx="1642532" cy="561575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Web Search</a:t>
            </a:r>
          </a:p>
          <a:p>
            <a:pPr algn="ctr"/>
            <a:r>
              <a:rPr lang="en-US" sz="1600" dirty="0"/>
              <a:t>Tool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FC94D0-6CF8-7C2C-9FFF-22379372D257}"/>
              </a:ext>
            </a:extLst>
          </p:cNvPr>
          <p:cNvSpPr/>
          <p:nvPr/>
        </p:nvSpPr>
        <p:spPr>
          <a:xfrm>
            <a:off x="4671955" y="3666924"/>
            <a:ext cx="1642532" cy="561575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Page Scraper</a:t>
            </a:r>
          </a:p>
          <a:p>
            <a:pPr algn="ctr"/>
            <a:r>
              <a:rPr lang="en-US" sz="1600" dirty="0"/>
              <a:t>Tool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A632CBC-1269-2B16-FAD9-39D8E251A553}"/>
              </a:ext>
            </a:extLst>
          </p:cNvPr>
          <p:cNvSpPr/>
          <p:nvPr/>
        </p:nvSpPr>
        <p:spPr>
          <a:xfrm>
            <a:off x="6751300" y="3662850"/>
            <a:ext cx="1642532" cy="561575"/>
          </a:xfrm>
          <a:prstGeom prst="roundRect">
            <a:avLst/>
          </a:prstGeom>
          <a:noFill/>
          <a:ln w="19050">
            <a:solidFill>
              <a:srgbClr val="D9D2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File Manager</a:t>
            </a:r>
          </a:p>
          <a:p>
            <a:pPr algn="ctr"/>
            <a:r>
              <a:rPr lang="en-US" sz="1600" dirty="0"/>
              <a:t>Tool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9A63A04-EA2A-0418-2DC1-3B79FC09A5AF}"/>
              </a:ext>
            </a:extLst>
          </p:cNvPr>
          <p:cNvCxnSpPr>
            <a:cxnSpLocks/>
            <a:stCxn id="15" idx="2"/>
            <a:endCxn id="30" idx="0"/>
          </p:cNvCxnSpPr>
          <p:nvPr/>
        </p:nvCxnSpPr>
        <p:spPr>
          <a:xfrm flipH="1">
            <a:off x="7572566" y="3285438"/>
            <a:ext cx="1" cy="377412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2AB761F-AC91-03E9-5E2E-7E7232A4CF4F}"/>
              </a:ext>
            </a:extLst>
          </p:cNvPr>
          <p:cNvCxnSpPr>
            <a:cxnSpLocks/>
            <a:stCxn id="1038" idx="2"/>
            <a:endCxn id="29" idx="0"/>
          </p:cNvCxnSpPr>
          <p:nvPr/>
        </p:nvCxnSpPr>
        <p:spPr>
          <a:xfrm flipH="1">
            <a:off x="5493221" y="3282023"/>
            <a:ext cx="548" cy="384901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FB38DE8-FD16-AFEC-0B06-8CC1EBF77B19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 flipH="1">
            <a:off x="3414970" y="3285438"/>
            <a:ext cx="1" cy="381486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903F1823-0647-CB7A-0E96-D1A82F2B271C}"/>
              </a:ext>
            </a:extLst>
          </p:cNvPr>
          <p:cNvSpPr/>
          <p:nvPr/>
        </p:nvSpPr>
        <p:spPr>
          <a:xfrm>
            <a:off x="2053695" y="660407"/>
            <a:ext cx="6895571" cy="3773366"/>
          </a:xfrm>
          <a:prstGeom prst="rect">
            <a:avLst/>
          </a:prstGeom>
          <a:noFill/>
          <a:ln>
            <a:solidFill>
              <a:srgbClr val="D9D2C8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F8BF81-0BC5-3DAF-3789-4FD8976E0C10}"/>
              </a:ext>
            </a:extLst>
          </p:cNvPr>
          <p:cNvCxnSpPr>
            <a:cxnSpLocks/>
            <a:stCxn id="56" idx="3"/>
            <a:endCxn id="1032" idx="1"/>
          </p:cNvCxnSpPr>
          <p:nvPr/>
        </p:nvCxnSpPr>
        <p:spPr>
          <a:xfrm flipV="1">
            <a:off x="8949266" y="2544740"/>
            <a:ext cx="702098" cy="2350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C7A271D5-FDF2-9073-E7E5-C1852E80A7D9}"/>
              </a:ext>
            </a:extLst>
          </p:cNvPr>
          <p:cNvCxnSpPr>
            <a:cxnSpLocks/>
            <a:stCxn id="1030" idx="3"/>
            <a:endCxn id="56" idx="1"/>
          </p:cNvCxnSpPr>
          <p:nvPr/>
        </p:nvCxnSpPr>
        <p:spPr>
          <a:xfrm flipV="1">
            <a:off x="1285039" y="2547090"/>
            <a:ext cx="768656" cy="747"/>
          </a:xfrm>
          <a:prstGeom prst="straightConnector1">
            <a:avLst/>
          </a:prstGeom>
          <a:ln w="19050">
            <a:solidFill>
              <a:srgbClr val="D9D2C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159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</TotalTime>
  <Words>17</Words>
  <Application>Microsoft Office PowerPoint</Application>
  <PresentationFormat>Custom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DARIF Yassine</dc:creator>
  <cp:lastModifiedBy>DARIF Yassine</cp:lastModifiedBy>
  <cp:revision>2</cp:revision>
  <dcterms:created xsi:type="dcterms:W3CDTF">2026-01-15T21:20:44Z</dcterms:created>
  <dcterms:modified xsi:type="dcterms:W3CDTF">2026-01-16T14:24:57Z</dcterms:modified>
</cp:coreProperties>
</file>