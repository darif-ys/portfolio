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0799763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2C8"/>
    <a:srgbClr val="E3B8A9"/>
    <a:srgbClr val="8B7F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824885"/>
            <a:ext cx="8099822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647331"/>
            <a:ext cx="8099822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40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57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256579"/>
            <a:ext cx="9314796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373044"/>
            <a:ext cx="9314796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82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40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3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68350"/>
            <a:ext cx="9314796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235577"/>
            <a:ext cx="45688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841114"/>
            <a:ext cx="45688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235577"/>
            <a:ext cx="45913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841114"/>
            <a:ext cx="45913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256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15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6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725712"/>
            <a:ext cx="5467380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725712"/>
            <a:ext cx="5467380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477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5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68350"/>
            <a:ext cx="2328699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68350"/>
            <a:ext cx="6851100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03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68350"/>
            <a:ext cx="9314796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341750"/>
            <a:ext cx="9314796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10655-8652-4A1C-BE76-224AE6BB833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4671624"/>
            <a:ext cx="364492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214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erson with a beard&#10;&#10;AI-generated content may be incorrect.">
            <a:extLst>
              <a:ext uri="{FF2B5EF4-FFF2-40B4-BE49-F238E27FC236}">
                <a16:creationId xmlns:a16="http://schemas.microsoft.com/office/drawing/2014/main" id="{373F2B76-5AFD-B780-2F7F-B6257C824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210" y="612048"/>
            <a:ext cx="1842637" cy="18426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85F9E39-BDFA-1BA0-93C9-2F61D7AF5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612048"/>
            <a:ext cx="1842637" cy="184263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132CC44-CBAB-4885-8C3F-A6EC2FAFBA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210" y="2632126"/>
            <a:ext cx="1842637" cy="184263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D317F63-2596-9004-84E0-573C6524E1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2632126"/>
            <a:ext cx="1842637" cy="184263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68B1389-2EEA-C675-CF48-8DD4A0A223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612048"/>
            <a:ext cx="1842637" cy="184263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34F832-8B36-4D2B-5BB8-88C0F66FDA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612048"/>
            <a:ext cx="1842637" cy="184263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8CFBE31-E560-F280-0F70-C19E6AE8A6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2632126"/>
            <a:ext cx="1842637" cy="184263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F5ADC93-8CE4-92F9-40A4-1961D5D147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2632126"/>
            <a:ext cx="1842637" cy="1842637"/>
          </a:xfrm>
          <a:prstGeom prst="rect">
            <a:avLst/>
          </a:prstGeom>
        </p:spPr>
      </p:pic>
      <p:sp>
        <p:nvSpPr>
          <p:cNvPr id="34" name="Arrow: Right 33">
            <a:extLst>
              <a:ext uri="{FF2B5EF4-FFF2-40B4-BE49-F238E27FC236}">
                <a16:creationId xmlns:a16="http://schemas.microsoft.com/office/drawing/2014/main" id="{FDCE162A-55A7-D8FE-725B-7AA05F35F57E}"/>
              </a:ext>
            </a:extLst>
          </p:cNvPr>
          <p:cNvSpPr/>
          <p:nvPr/>
        </p:nvSpPr>
        <p:spPr>
          <a:xfrm>
            <a:off x="4624395" y="2146333"/>
            <a:ext cx="1552756" cy="747645"/>
          </a:xfrm>
          <a:prstGeom prst="rightArrow">
            <a:avLst/>
          </a:prstGeom>
          <a:solidFill>
            <a:srgbClr val="D9D2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42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0DBBDFD-C972-7A00-A0EC-D13493BF230F}"/>
              </a:ext>
            </a:extLst>
          </p:cNvPr>
          <p:cNvSpPr/>
          <p:nvPr/>
        </p:nvSpPr>
        <p:spPr>
          <a:xfrm>
            <a:off x="2379130" y="1017927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Researcher 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AB92D4-2B7A-51BC-79D4-CB3F8B1E8DDE}"/>
              </a:ext>
            </a:extLst>
          </p:cNvPr>
          <p:cNvSpPr/>
          <p:nvPr/>
        </p:nvSpPr>
        <p:spPr>
          <a:xfrm>
            <a:off x="4656664" y="1017928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Writer Agent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16B755-18B3-341C-F702-2CDCE1901F59}"/>
              </a:ext>
            </a:extLst>
          </p:cNvPr>
          <p:cNvSpPr/>
          <p:nvPr/>
        </p:nvSpPr>
        <p:spPr>
          <a:xfrm>
            <a:off x="6934198" y="1017926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Editor Agent</a:t>
            </a:r>
          </a:p>
        </p:txBody>
      </p:sp>
      <p:pic>
        <p:nvPicPr>
          <p:cNvPr id="1028" name="Picture 4" descr="Robot - Icônes la technologie gratuites">
            <a:extLst>
              <a:ext uri="{FF2B5EF4-FFF2-40B4-BE49-F238E27FC236}">
                <a16:creationId xmlns:a16="http://schemas.microsoft.com/office/drawing/2014/main" id="{4BC95260-E083-C67F-4F7C-121EBAC1A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8676" y="658125"/>
            <a:ext cx="553244" cy="407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Robot - Icônes la technologie gratuites">
            <a:extLst>
              <a:ext uri="{FF2B5EF4-FFF2-40B4-BE49-F238E27FC236}">
                <a16:creationId xmlns:a16="http://schemas.microsoft.com/office/drawing/2014/main" id="{E3B3C182-2BCF-4405-ECEC-90129397A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8988" y="658125"/>
            <a:ext cx="553244" cy="407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Robot - Icônes la technologie gratuites">
            <a:extLst>
              <a:ext uri="{FF2B5EF4-FFF2-40B4-BE49-F238E27FC236}">
                <a16:creationId xmlns:a16="http://schemas.microsoft.com/office/drawing/2014/main" id="{A192A9B1-17DC-81C9-8D8A-5F72FA60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6522" y="658125"/>
            <a:ext cx="553244" cy="407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000B3EB-8538-3E74-E507-5C7D343A90E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4021662" y="1244611"/>
            <a:ext cx="635002" cy="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210D42-B3FC-0A10-C99C-FD281F92BA1A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6299196" y="1244610"/>
            <a:ext cx="635002" cy="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A2A1412-9D6A-FADE-FA0C-86383BBC177E}"/>
              </a:ext>
            </a:extLst>
          </p:cNvPr>
          <p:cNvSpPr/>
          <p:nvPr/>
        </p:nvSpPr>
        <p:spPr>
          <a:xfrm>
            <a:off x="2218263" y="584398"/>
            <a:ext cx="6527804" cy="2118483"/>
          </a:xfrm>
          <a:prstGeom prst="roundRect">
            <a:avLst/>
          </a:prstGeom>
          <a:noFill/>
          <a:ln w="6350">
            <a:solidFill>
              <a:srgbClr val="D9D2C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pic>
        <p:nvPicPr>
          <p:cNvPr id="1030" name="Picture 6" descr="Free Laptop User Icon - Download SVG, PNG for Business | IconScout">
            <a:extLst>
              <a:ext uri="{FF2B5EF4-FFF2-40B4-BE49-F238E27FC236}">
                <a16:creationId xmlns:a16="http://schemas.microsoft.com/office/drawing/2014/main" id="{B60DEE5C-1C1A-5AAE-A321-42A95C1AA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689" y="2182223"/>
            <a:ext cx="760350" cy="73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sult - Free files and folders icons">
            <a:extLst>
              <a:ext uri="{FF2B5EF4-FFF2-40B4-BE49-F238E27FC236}">
                <a16:creationId xmlns:a16="http://schemas.microsoft.com/office/drawing/2014/main" id="{6AC579AF-CC9A-0FC8-2804-8629C7D37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1364" y="2176029"/>
            <a:ext cx="737421" cy="737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Tools - Free marketing icons">
            <a:extLst>
              <a:ext uri="{FF2B5EF4-FFF2-40B4-BE49-F238E27FC236}">
                <a16:creationId xmlns:a16="http://schemas.microsoft.com/office/drawing/2014/main" id="{B7E8C61A-3FEF-B063-EE0F-47263D8CD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307" y="3026371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Tools - Free marketing icons">
            <a:extLst>
              <a:ext uri="{FF2B5EF4-FFF2-40B4-BE49-F238E27FC236}">
                <a16:creationId xmlns:a16="http://schemas.microsoft.com/office/drawing/2014/main" id="{68ACAA10-EBCE-CA80-5AB7-1982D6F22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903" y="3026371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BB77D47-7249-0AE9-E5B3-571A0741A188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688884" y="3307160"/>
            <a:ext cx="3596019" cy="0"/>
          </a:xfrm>
          <a:prstGeom prst="line">
            <a:avLst/>
          </a:prstGeom>
          <a:ln w="19050">
            <a:solidFill>
              <a:srgbClr val="D9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8" name="Picture 14" descr="Tools - Free marketing icons">
            <a:extLst>
              <a:ext uri="{FF2B5EF4-FFF2-40B4-BE49-F238E27FC236}">
                <a16:creationId xmlns:a16="http://schemas.microsoft.com/office/drawing/2014/main" id="{04FF800C-6B41-0D77-390A-574F0ED5D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6105" y="3022956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C09B11-F142-0C27-AF21-C1F33A5D32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482165" y="2702881"/>
            <a:ext cx="11056" cy="326907"/>
          </a:xfrm>
          <a:prstGeom prst="line">
            <a:avLst/>
          </a:prstGeom>
          <a:ln w="19050">
            <a:solidFill>
              <a:srgbClr val="D9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F293BE-13DE-8603-A11B-D97E9A2B497C}"/>
              </a:ext>
            </a:extLst>
          </p:cNvPr>
          <p:cNvSpPr/>
          <p:nvPr/>
        </p:nvSpPr>
        <p:spPr>
          <a:xfrm>
            <a:off x="2586829" y="3969434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Web Search</a:t>
            </a:r>
          </a:p>
          <a:p>
            <a:pPr algn="ctr"/>
            <a:r>
              <a:rPr lang="en-US" sz="1400" dirty="0"/>
              <a:t>Tool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FC94D0-6CF8-7C2C-9FFF-22379372D257}"/>
              </a:ext>
            </a:extLst>
          </p:cNvPr>
          <p:cNvSpPr/>
          <p:nvPr/>
        </p:nvSpPr>
        <p:spPr>
          <a:xfrm>
            <a:off x="4665080" y="3969434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Page Scraper</a:t>
            </a:r>
          </a:p>
          <a:p>
            <a:pPr algn="ctr"/>
            <a:r>
              <a:rPr lang="en-US" sz="1400" dirty="0"/>
              <a:t>Tool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A632CBC-1269-2B16-FAD9-39D8E251A553}"/>
              </a:ext>
            </a:extLst>
          </p:cNvPr>
          <p:cNvSpPr/>
          <p:nvPr/>
        </p:nvSpPr>
        <p:spPr>
          <a:xfrm>
            <a:off x="6744425" y="3965360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File Manager</a:t>
            </a:r>
          </a:p>
          <a:p>
            <a:pPr algn="ctr"/>
            <a:r>
              <a:rPr lang="en-US" sz="1400" dirty="0"/>
              <a:t>Tool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A63A04-EA2A-0418-2DC1-3B79FC09A5AF}"/>
              </a:ext>
            </a:extLst>
          </p:cNvPr>
          <p:cNvCxnSpPr>
            <a:cxnSpLocks/>
            <a:stCxn id="15" idx="2"/>
            <a:endCxn id="30" idx="0"/>
          </p:cNvCxnSpPr>
          <p:nvPr/>
        </p:nvCxnSpPr>
        <p:spPr>
          <a:xfrm flipH="1">
            <a:off x="7565691" y="3587948"/>
            <a:ext cx="1" cy="37741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2AB761F-AC91-03E9-5E2E-7E7232A4CF4F}"/>
              </a:ext>
            </a:extLst>
          </p:cNvPr>
          <p:cNvCxnSpPr>
            <a:cxnSpLocks/>
            <a:stCxn id="1038" idx="2"/>
            <a:endCxn id="29" idx="0"/>
          </p:cNvCxnSpPr>
          <p:nvPr/>
        </p:nvCxnSpPr>
        <p:spPr>
          <a:xfrm flipH="1">
            <a:off x="5486346" y="3584533"/>
            <a:ext cx="548" cy="38490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FB38DE8-FD16-AFEC-0B06-8CC1EBF77B19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 flipH="1">
            <a:off x="3408095" y="3587948"/>
            <a:ext cx="1" cy="381486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903F1823-0647-CB7A-0E96-D1A82F2B271C}"/>
              </a:ext>
            </a:extLst>
          </p:cNvPr>
          <p:cNvSpPr/>
          <p:nvPr/>
        </p:nvSpPr>
        <p:spPr>
          <a:xfrm>
            <a:off x="2053695" y="226881"/>
            <a:ext cx="6895571" cy="4620128"/>
          </a:xfrm>
          <a:prstGeom prst="rect">
            <a:avLst/>
          </a:prstGeom>
          <a:noFill/>
          <a:ln>
            <a:solidFill>
              <a:srgbClr val="D9D2C8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F8BF81-0BC5-3DAF-3789-4FD8976E0C10}"/>
              </a:ext>
            </a:extLst>
          </p:cNvPr>
          <p:cNvCxnSpPr>
            <a:cxnSpLocks/>
            <a:stCxn id="56" idx="3"/>
            <a:endCxn id="1032" idx="1"/>
          </p:cNvCxnSpPr>
          <p:nvPr/>
        </p:nvCxnSpPr>
        <p:spPr>
          <a:xfrm>
            <a:off x="8949266" y="2536945"/>
            <a:ext cx="702098" cy="7795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C7A271D5-FDF2-9073-E7E5-C1852E80A7D9}"/>
              </a:ext>
            </a:extLst>
          </p:cNvPr>
          <p:cNvCxnSpPr>
            <a:cxnSpLocks/>
            <a:stCxn id="1030" idx="3"/>
            <a:endCxn id="56" idx="1"/>
          </p:cNvCxnSpPr>
          <p:nvPr/>
        </p:nvCxnSpPr>
        <p:spPr>
          <a:xfrm flipV="1">
            <a:off x="1285039" y="2536945"/>
            <a:ext cx="768656" cy="1089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881745-3D55-4E4D-9F96-0BA991E45EE0}"/>
              </a:ext>
            </a:extLst>
          </p:cNvPr>
          <p:cNvSpPr/>
          <p:nvPr/>
        </p:nvSpPr>
        <p:spPr>
          <a:xfrm>
            <a:off x="2380277" y="1892226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Researcher Task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65E03A-A92C-6975-7D49-742721E41489}"/>
              </a:ext>
            </a:extLst>
          </p:cNvPr>
          <p:cNvSpPr/>
          <p:nvPr/>
        </p:nvSpPr>
        <p:spPr>
          <a:xfrm>
            <a:off x="4657811" y="1892227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Writer Task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578ABF8-3AC0-DBEC-0A66-71B26F806DF1}"/>
              </a:ext>
            </a:extLst>
          </p:cNvPr>
          <p:cNvSpPr/>
          <p:nvPr/>
        </p:nvSpPr>
        <p:spPr>
          <a:xfrm>
            <a:off x="6935345" y="1892225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Editor Task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1543F9-B3D7-E695-FB47-26F74A5156C4}"/>
              </a:ext>
            </a:extLst>
          </p:cNvPr>
          <p:cNvCxnSpPr>
            <a:cxnSpLocks/>
            <a:stCxn id="17" idx="0"/>
            <a:endCxn id="2" idx="2"/>
          </p:cNvCxnSpPr>
          <p:nvPr/>
        </p:nvCxnSpPr>
        <p:spPr>
          <a:xfrm flipH="1" flipV="1">
            <a:off x="3200396" y="1471295"/>
            <a:ext cx="1147" cy="420931"/>
          </a:xfrm>
          <a:prstGeom prst="straightConnector1">
            <a:avLst/>
          </a:prstGeom>
          <a:ln w="19050">
            <a:solidFill>
              <a:srgbClr val="D9D2C8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BE8151F-4D1B-C1B0-D90C-FEAC3DAD766E}"/>
              </a:ext>
            </a:extLst>
          </p:cNvPr>
          <p:cNvCxnSpPr>
            <a:cxnSpLocks/>
            <a:stCxn id="18" idx="0"/>
            <a:endCxn id="3" idx="2"/>
          </p:cNvCxnSpPr>
          <p:nvPr/>
        </p:nvCxnSpPr>
        <p:spPr>
          <a:xfrm flipH="1" flipV="1">
            <a:off x="5477930" y="1471296"/>
            <a:ext cx="1147" cy="420931"/>
          </a:xfrm>
          <a:prstGeom prst="straightConnector1">
            <a:avLst/>
          </a:prstGeom>
          <a:ln w="19050">
            <a:solidFill>
              <a:srgbClr val="D9D2C8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88758EB-C8A6-E9D8-DA73-9A40BAC5D269}"/>
              </a:ext>
            </a:extLst>
          </p:cNvPr>
          <p:cNvCxnSpPr>
            <a:cxnSpLocks/>
            <a:stCxn id="19" idx="0"/>
            <a:endCxn id="4" idx="2"/>
          </p:cNvCxnSpPr>
          <p:nvPr/>
        </p:nvCxnSpPr>
        <p:spPr>
          <a:xfrm flipH="1" flipV="1">
            <a:off x="7755464" y="1471294"/>
            <a:ext cx="1147" cy="420931"/>
          </a:xfrm>
          <a:prstGeom prst="straightConnector1">
            <a:avLst/>
          </a:prstGeom>
          <a:ln w="19050">
            <a:solidFill>
              <a:srgbClr val="D9D2C8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159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21</Words>
  <Application>Microsoft Office PowerPoint</Application>
  <PresentationFormat>Custom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DARIF Yassine</dc:creator>
  <cp:lastModifiedBy>DARIF Yassine</cp:lastModifiedBy>
  <cp:revision>3</cp:revision>
  <dcterms:created xsi:type="dcterms:W3CDTF">2026-01-15T21:20:44Z</dcterms:created>
  <dcterms:modified xsi:type="dcterms:W3CDTF">2026-01-23T22:07:50Z</dcterms:modified>
</cp:coreProperties>
</file>