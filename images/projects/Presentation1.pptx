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  <p:sldId id="257" r:id="rId3"/>
  </p:sldIdLst>
  <p:sldSz cx="10799763" cy="504031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7C797A"/>
    <a:srgbClr val="A5A2A3"/>
    <a:srgbClr val="D9D2C8"/>
    <a:srgbClr val="E3B8A9"/>
    <a:srgbClr val="8B7F7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90" d="100"/>
          <a:sy n="90" d="100"/>
        </p:scale>
        <p:origin x="67" y="4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49971" y="824885"/>
            <a:ext cx="8099822" cy="1754776"/>
          </a:xfrm>
        </p:spPr>
        <p:txBody>
          <a:bodyPr anchor="b"/>
          <a:lstStyle>
            <a:lvl1pPr algn="ctr">
              <a:defRPr sz="441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49971" y="2647331"/>
            <a:ext cx="8099822" cy="1216909"/>
          </a:xfrm>
        </p:spPr>
        <p:txBody>
          <a:bodyPr/>
          <a:lstStyle>
            <a:lvl1pPr marL="0" indent="0" algn="ctr">
              <a:buNone/>
              <a:defRPr sz="1764"/>
            </a:lvl1pPr>
            <a:lvl2pPr marL="336042" indent="0" algn="ctr">
              <a:buNone/>
              <a:defRPr sz="1470"/>
            </a:lvl2pPr>
            <a:lvl3pPr marL="672084" indent="0" algn="ctr">
              <a:buNone/>
              <a:defRPr sz="1323"/>
            </a:lvl3pPr>
            <a:lvl4pPr marL="1008126" indent="0" algn="ctr">
              <a:buNone/>
              <a:defRPr sz="1176"/>
            </a:lvl4pPr>
            <a:lvl5pPr marL="1344168" indent="0" algn="ctr">
              <a:buNone/>
              <a:defRPr sz="1176"/>
            </a:lvl5pPr>
            <a:lvl6pPr marL="1680210" indent="0" algn="ctr">
              <a:buNone/>
              <a:defRPr sz="1176"/>
            </a:lvl6pPr>
            <a:lvl7pPr marL="2016252" indent="0" algn="ctr">
              <a:buNone/>
              <a:defRPr sz="1176"/>
            </a:lvl7pPr>
            <a:lvl8pPr marL="2352294" indent="0" algn="ctr">
              <a:buNone/>
              <a:defRPr sz="1176"/>
            </a:lvl8pPr>
            <a:lvl9pPr marL="2688336" indent="0" algn="ctr">
              <a:buNone/>
              <a:defRPr sz="1176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410655-8652-4A1C-BE76-224AE6BB833E}" type="datetimeFigureOut">
              <a:rPr lang="en-US" smtClean="0"/>
              <a:t>1/24/2026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4FECF-824A-445C-92AB-E771EBBE42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90406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410655-8652-4A1C-BE76-224AE6BB833E}" type="datetimeFigureOut">
              <a:rPr lang="en-US" smtClean="0"/>
              <a:t>1/24/2026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4FECF-824A-445C-92AB-E771EBBE42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84571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6859" y="1256579"/>
            <a:ext cx="9314796" cy="2096630"/>
          </a:xfrm>
        </p:spPr>
        <p:txBody>
          <a:bodyPr anchor="b"/>
          <a:lstStyle>
            <a:lvl1pPr>
              <a:defRPr sz="441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36859" y="3373044"/>
            <a:ext cx="9314796" cy="1102568"/>
          </a:xfrm>
        </p:spPr>
        <p:txBody>
          <a:bodyPr/>
          <a:lstStyle>
            <a:lvl1pPr marL="0" indent="0">
              <a:buNone/>
              <a:defRPr sz="1764">
                <a:solidFill>
                  <a:schemeClr val="tx1">
                    <a:tint val="82000"/>
                  </a:schemeClr>
                </a:solidFill>
              </a:defRPr>
            </a:lvl1pPr>
            <a:lvl2pPr marL="336042" indent="0">
              <a:buNone/>
              <a:defRPr sz="1470">
                <a:solidFill>
                  <a:schemeClr val="tx1">
                    <a:tint val="82000"/>
                  </a:schemeClr>
                </a:solidFill>
              </a:defRPr>
            </a:lvl2pPr>
            <a:lvl3pPr marL="672084" indent="0">
              <a:buNone/>
              <a:defRPr sz="1323">
                <a:solidFill>
                  <a:schemeClr val="tx1">
                    <a:tint val="82000"/>
                  </a:schemeClr>
                </a:solidFill>
              </a:defRPr>
            </a:lvl3pPr>
            <a:lvl4pPr marL="1008126" indent="0">
              <a:buNone/>
              <a:defRPr sz="1176">
                <a:solidFill>
                  <a:schemeClr val="tx1">
                    <a:tint val="82000"/>
                  </a:schemeClr>
                </a:solidFill>
              </a:defRPr>
            </a:lvl4pPr>
            <a:lvl5pPr marL="1344168" indent="0">
              <a:buNone/>
              <a:defRPr sz="1176">
                <a:solidFill>
                  <a:schemeClr val="tx1">
                    <a:tint val="82000"/>
                  </a:schemeClr>
                </a:solidFill>
              </a:defRPr>
            </a:lvl5pPr>
            <a:lvl6pPr marL="1680210" indent="0">
              <a:buNone/>
              <a:defRPr sz="1176">
                <a:solidFill>
                  <a:schemeClr val="tx1">
                    <a:tint val="82000"/>
                  </a:schemeClr>
                </a:solidFill>
              </a:defRPr>
            </a:lvl6pPr>
            <a:lvl7pPr marL="2016252" indent="0">
              <a:buNone/>
              <a:defRPr sz="1176">
                <a:solidFill>
                  <a:schemeClr val="tx1">
                    <a:tint val="82000"/>
                  </a:schemeClr>
                </a:solidFill>
              </a:defRPr>
            </a:lvl7pPr>
            <a:lvl8pPr marL="2352294" indent="0">
              <a:buNone/>
              <a:defRPr sz="1176">
                <a:solidFill>
                  <a:schemeClr val="tx1">
                    <a:tint val="82000"/>
                  </a:schemeClr>
                </a:solidFill>
              </a:defRPr>
            </a:lvl8pPr>
            <a:lvl9pPr marL="2688336" indent="0">
              <a:buNone/>
              <a:defRPr sz="1176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410655-8652-4A1C-BE76-224AE6BB833E}" type="datetimeFigureOut">
              <a:rPr lang="en-US" smtClean="0"/>
              <a:t>1/24/2026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4FECF-824A-445C-92AB-E771EBBE42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69405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42484" y="1341750"/>
            <a:ext cx="4589899" cy="319803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467380" y="1341750"/>
            <a:ext cx="4589899" cy="319803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410655-8652-4A1C-BE76-224AE6BB833E}" type="datetimeFigureOut">
              <a:rPr lang="en-US" smtClean="0"/>
              <a:t>1/24/2026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4FECF-824A-445C-92AB-E771EBBE42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72346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43890" y="268350"/>
            <a:ext cx="9314796" cy="97422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43891" y="1235577"/>
            <a:ext cx="4568806" cy="605537"/>
          </a:xfrm>
        </p:spPr>
        <p:txBody>
          <a:bodyPr anchor="b"/>
          <a:lstStyle>
            <a:lvl1pPr marL="0" indent="0">
              <a:buNone/>
              <a:defRPr sz="1764" b="1"/>
            </a:lvl1pPr>
            <a:lvl2pPr marL="336042" indent="0">
              <a:buNone/>
              <a:defRPr sz="1470" b="1"/>
            </a:lvl2pPr>
            <a:lvl3pPr marL="672084" indent="0">
              <a:buNone/>
              <a:defRPr sz="1323" b="1"/>
            </a:lvl3pPr>
            <a:lvl4pPr marL="1008126" indent="0">
              <a:buNone/>
              <a:defRPr sz="1176" b="1"/>
            </a:lvl4pPr>
            <a:lvl5pPr marL="1344168" indent="0">
              <a:buNone/>
              <a:defRPr sz="1176" b="1"/>
            </a:lvl5pPr>
            <a:lvl6pPr marL="1680210" indent="0">
              <a:buNone/>
              <a:defRPr sz="1176" b="1"/>
            </a:lvl6pPr>
            <a:lvl7pPr marL="2016252" indent="0">
              <a:buNone/>
              <a:defRPr sz="1176" b="1"/>
            </a:lvl7pPr>
            <a:lvl8pPr marL="2352294" indent="0">
              <a:buNone/>
              <a:defRPr sz="1176" b="1"/>
            </a:lvl8pPr>
            <a:lvl9pPr marL="2688336" indent="0">
              <a:buNone/>
              <a:defRPr sz="1176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43891" y="1841114"/>
            <a:ext cx="4568806" cy="270800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467380" y="1235577"/>
            <a:ext cx="4591306" cy="605537"/>
          </a:xfrm>
        </p:spPr>
        <p:txBody>
          <a:bodyPr anchor="b"/>
          <a:lstStyle>
            <a:lvl1pPr marL="0" indent="0">
              <a:buNone/>
              <a:defRPr sz="1764" b="1"/>
            </a:lvl1pPr>
            <a:lvl2pPr marL="336042" indent="0">
              <a:buNone/>
              <a:defRPr sz="1470" b="1"/>
            </a:lvl2pPr>
            <a:lvl3pPr marL="672084" indent="0">
              <a:buNone/>
              <a:defRPr sz="1323" b="1"/>
            </a:lvl3pPr>
            <a:lvl4pPr marL="1008126" indent="0">
              <a:buNone/>
              <a:defRPr sz="1176" b="1"/>
            </a:lvl4pPr>
            <a:lvl5pPr marL="1344168" indent="0">
              <a:buNone/>
              <a:defRPr sz="1176" b="1"/>
            </a:lvl5pPr>
            <a:lvl6pPr marL="1680210" indent="0">
              <a:buNone/>
              <a:defRPr sz="1176" b="1"/>
            </a:lvl6pPr>
            <a:lvl7pPr marL="2016252" indent="0">
              <a:buNone/>
              <a:defRPr sz="1176" b="1"/>
            </a:lvl7pPr>
            <a:lvl8pPr marL="2352294" indent="0">
              <a:buNone/>
              <a:defRPr sz="1176" b="1"/>
            </a:lvl8pPr>
            <a:lvl9pPr marL="2688336" indent="0">
              <a:buNone/>
              <a:defRPr sz="1176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467380" y="1841114"/>
            <a:ext cx="4591306" cy="270800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410655-8652-4A1C-BE76-224AE6BB833E}" type="datetimeFigureOut">
              <a:rPr lang="en-US" smtClean="0"/>
              <a:t>1/24/2026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4FECF-824A-445C-92AB-E771EBBE42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82565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410655-8652-4A1C-BE76-224AE6BB833E}" type="datetimeFigureOut">
              <a:rPr lang="en-US" smtClean="0"/>
              <a:t>1/24/2026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4FECF-824A-445C-92AB-E771EBBE42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29159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410655-8652-4A1C-BE76-224AE6BB833E}" type="datetimeFigureOut">
              <a:rPr lang="en-US" smtClean="0"/>
              <a:t>1/24/2026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4FECF-824A-445C-92AB-E771EBBE42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8765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43891" y="336021"/>
            <a:ext cx="3483204" cy="1176073"/>
          </a:xfrm>
        </p:spPr>
        <p:txBody>
          <a:bodyPr anchor="b"/>
          <a:lstStyle>
            <a:lvl1pPr>
              <a:defRPr sz="2352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91306" y="725712"/>
            <a:ext cx="5467380" cy="3581889"/>
          </a:xfrm>
        </p:spPr>
        <p:txBody>
          <a:bodyPr/>
          <a:lstStyle>
            <a:lvl1pPr>
              <a:defRPr sz="2352"/>
            </a:lvl1pPr>
            <a:lvl2pPr>
              <a:defRPr sz="2058"/>
            </a:lvl2pPr>
            <a:lvl3pPr>
              <a:defRPr sz="1764"/>
            </a:lvl3pPr>
            <a:lvl4pPr>
              <a:defRPr sz="1470"/>
            </a:lvl4pPr>
            <a:lvl5pPr>
              <a:defRPr sz="1470"/>
            </a:lvl5pPr>
            <a:lvl6pPr>
              <a:defRPr sz="1470"/>
            </a:lvl6pPr>
            <a:lvl7pPr>
              <a:defRPr sz="1470"/>
            </a:lvl7pPr>
            <a:lvl8pPr>
              <a:defRPr sz="1470"/>
            </a:lvl8pPr>
            <a:lvl9pPr>
              <a:defRPr sz="147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43891" y="1512094"/>
            <a:ext cx="3483204" cy="2801341"/>
          </a:xfrm>
        </p:spPr>
        <p:txBody>
          <a:bodyPr/>
          <a:lstStyle>
            <a:lvl1pPr marL="0" indent="0">
              <a:buNone/>
              <a:defRPr sz="1176"/>
            </a:lvl1pPr>
            <a:lvl2pPr marL="336042" indent="0">
              <a:buNone/>
              <a:defRPr sz="1029"/>
            </a:lvl2pPr>
            <a:lvl3pPr marL="672084" indent="0">
              <a:buNone/>
              <a:defRPr sz="882"/>
            </a:lvl3pPr>
            <a:lvl4pPr marL="1008126" indent="0">
              <a:buNone/>
              <a:defRPr sz="735"/>
            </a:lvl4pPr>
            <a:lvl5pPr marL="1344168" indent="0">
              <a:buNone/>
              <a:defRPr sz="735"/>
            </a:lvl5pPr>
            <a:lvl6pPr marL="1680210" indent="0">
              <a:buNone/>
              <a:defRPr sz="735"/>
            </a:lvl6pPr>
            <a:lvl7pPr marL="2016252" indent="0">
              <a:buNone/>
              <a:defRPr sz="735"/>
            </a:lvl7pPr>
            <a:lvl8pPr marL="2352294" indent="0">
              <a:buNone/>
              <a:defRPr sz="735"/>
            </a:lvl8pPr>
            <a:lvl9pPr marL="2688336" indent="0">
              <a:buNone/>
              <a:defRPr sz="73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410655-8652-4A1C-BE76-224AE6BB833E}" type="datetimeFigureOut">
              <a:rPr lang="en-US" smtClean="0"/>
              <a:t>1/24/2026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4FECF-824A-445C-92AB-E771EBBE42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79338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43891" y="336021"/>
            <a:ext cx="3483204" cy="1176073"/>
          </a:xfrm>
        </p:spPr>
        <p:txBody>
          <a:bodyPr anchor="b"/>
          <a:lstStyle>
            <a:lvl1pPr>
              <a:defRPr sz="2352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591306" y="725712"/>
            <a:ext cx="5467380" cy="3581889"/>
          </a:xfrm>
        </p:spPr>
        <p:txBody>
          <a:bodyPr anchor="t"/>
          <a:lstStyle>
            <a:lvl1pPr marL="0" indent="0">
              <a:buNone/>
              <a:defRPr sz="2352"/>
            </a:lvl1pPr>
            <a:lvl2pPr marL="336042" indent="0">
              <a:buNone/>
              <a:defRPr sz="2058"/>
            </a:lvl2pPr>
            <a:lvl3pPr marL="672084" indent="0">
              <a:buNone/>
              <a:defRPr sz="1764"/>
            </a:lvl3pPr>
            <a:lvl4pPr marL="1008126" indent="0">
              <a:buNone/>
              <a:defRPr sz="1470"/>
            </a:lvl4pPr>
            <a:lvl5pPr marL="1344168" indent="0">
              <a:buNone/>
              <a:defRPr sz="1470"/>
            </a:lvl5pPr>
            <a:lvl6pPr marL="1680210" indent="0">
              <a:buNone/>
              <a:defRPr sz="1470"/>
            </a:lvl6pPr>
            <a:lvl7pPr marL="2016252" indent="0">
              <a:buNone/>
              <a:defRPr sz="1470"/>
            </a:lvl7pPr>
            <a:lvl8pPr marL="2352294" indent="0">
              <a:buNone/>
              <a:defRPr sz="1470"/>
            </a:lvl8pPr>
            <a:lvl9pPr marL="2688336" indent="0">
              <a:buNone/>
              <a:defRPr sz="147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43891" y="1512094"/>
            <a:ext cx="3483204" cy="2801341"/>
          </a:xfrm>
        </p:spPr>
        <p:txBody>
          <a:bodyPr/>
          <a:lstStyle>
            <a:lvl1pPr marL="0" indent="0">
              <a:buNone/>
              <a:defRPr sz="1176"/>
            </a:lvl1pPr>
            <a:lvl2pPr marL="336042" indent="0">
              <a:buNone/>
              <a:defRPr sz="1029"/>
            </a:lvl2pPr>
            <a:lvl3pPr marL="672084" indent="0">
              <a:buNone/>
              <a:defRPr sz="882"/>
            </a:lvl3pPr>
            <a:lvl4pPr marL="1008126" indent="0">
              <a:buNone/>
              <a:defRPr sz="735"/>
            </a:lvl4pPr>
            <a:lvl5pPr marL="1344168" indent="0">
              <a:buNone/>
              <a:defRPr sz="735"/>
            </a:lvl5pPr>
            <a:lvl6pPr marL="1680210" indent="0">
              <a:buNone/>
              <a:defRPr sz="735"/>
            </a:lvl6pPr>
            <a:lvl7pPr marL="2016252" indent="0">
              <a:buNone/>
              <a:defRPr sz="735"/>
            </a:lvl7pPr>
            <a:lvl8pPr marL="2352294" indent="0">
              <a:buNone/>
              <a:defRPr sz="735"/>
            </a:lvl8pPr>
            <a:lvl9pPr marL="2688336" indent="0">
              <a:buNone/>
              <a:defRPr sz="73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410655-8652-4A1C-BE76-224AE6BB833E}" type="datetimeFigureOut">
              <a:rPr lang="en-US" smtClean="0"/>
              <a:t>1/24/2026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4FECF-824A-445C-92AB-E771EBBE42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64776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410655-8652-4A1C-BE76-224AE6BB833E}" type="datetimeFigureOut">
              <a:rPr lang="en-US" smtClean="0"/>
              <a:t>1/24/2026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4FECF-824A-445C-92AB-E771EBBE42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80548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728580" y="268350"/>
            <a:ext cx="2328699" cy="4271432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42484" y="268350"/>
            <a:ext cx="6851100" cy="427143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410655-8652-4A1C-BE76-224AE6BB833E}" type="datetimeFigureOut">
              <a:rPr lang="en-US" smtClean="0"/>
              <a:t>1/24/2026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4FECF-824A-445C-92AB-E771EBBE42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55036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42484" y="268350"/>
            <a:ext cx="9314796" cy="9742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42484" y="1341750"/>
            <a:ext cx="9314796" cy="319803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2484" y="4671624"/>
            <a:ext cx="2429947" cy="2683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82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410655-8652-4A1C-BE76-224AE6BB833E}" type="datetimeFigureOut">
              <a:rPr lang="en-US" smtClean="0"/>
              <a:t>1/24/2026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577422" y="4671624"/>
            <a:ext cx="3644920" cy="2683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82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627332" y="4671624"/>
            <a:ext cx="2429947" cy="2683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82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114FECF-824A-445C-92AB-E771EBBE42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32140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672084" rtl="0" eaLnBrk="1" latinLnBrk="0" hangingPunct="1">
        <a:lnSpc>
          <a:spcPct val="90000"/>
        </a:lnSpc>
        <a:spcBef>
          <a:spcPct val="0"/>
        </a:spcBef>
        <a:buNone/>
        <a:defRPr sz="3234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68021" indent="-168021" algn="l" defTabSz="672084" rtl="0" eaLnBrk="1" latinLnBrk="0" hangingPunct="1">
        <a:lnSpc>
          <a:spcPct val="90000"/>
        </a:lnSpc>
        <a:spcBef>
          <a:spcPts val="735"/>
        </a:spcBef>
        <a:buFont typeface="Arial" panose="020B0604020202020204" pitchFamily="34" charset="0"/>
        <a:buChar char="•"/>
        <a:defRPr sz="2058" kern="1200">
          <a:solidFill>
            <a:schemeClr val="tx1"/>
          </a:solidFill>
          <a:latin typeface="+mn-lt"/>
          <a:ea typeface="+mn-ea"/>
          <a:cs typeface="+mn-cs"/>
        </a:defRPr>
      </a:lvl1pPr>
      <a:lvl2pPr marL="504063" indent="-168021" algn="l" defTabSz="672084" rtl="0" eaLnBrk="1" latinLnBrk="0" hangingPunct="1">
        <a:lnSpc>
          <a:spcPct val="90000"/>
        </a:lnSpc>
        <a:spcBef>
          <a:spcPts val="368"/>
        </a:spcBef>
        <a:buFont typeface="Arial" panose="020B0604020202020204" pitchFamily="34" charset="0"/>
        <a:buChar char="•"/>
        <a:defRPr sz="1764" kern="1200">
          <a:solidFill>
            <a:schemeClr val="tx1"/>
          </a:solidFill>
          <a:latin typeface="+mn-lt"/>
          <a:ea typeface="+mn-ea"/>
          <a:cs typeface="+mn-cs"/>
        </a:defRPr>
      </a:lvl2pPr>
      <a:lvl3pPr marL="840105" indent="-168021" algn="l" defTabSz="672084" rtl="0" eaLnBrk="1" latinLnBrk="0" hangingPunct="1">
        <a:lnSpc>
          <a:spcPct val="90000"/>
        </a:lnSpc>
        <a:spcBef>
          <a:spcPts val="368"/>
        </a:spcBef>
        <a:buFont typeface="Arial" panose="020B0604020202020204" pitchFamily="34" charset="0"/>
        <a:buChar char="•"/>
        <a:defRPr sz="1470" kern="1200">
          <a:solidFill>
            <a:schemeClr val="tx1"/>
          </a:solidFill>
          <a:latin typeface="+mn-lt"/>
          <a:ea typeface="+mn-ea"/>
          <a:cs typeface="+mn-cs"/>
        </a:defRPr>
      </a:lvl3pPr>
      <a:lvl4pPr marL="1176147" indent="-168021" algn="l" defTabSz="672084" rtl="0" eaLnBrk="1" latinLnBrk="0" hangingPunct="1">
        <a:lnSpc>
          <a:spcPct val="90000"/>
        </a:lnSpc>
        <a:spcBef>
          <a:spcPts val="368"/>
        </a:spcBef>
        <a:buFont typeface="Arial" panose="020B0604020202020204" pitchFamily="34" charset="0"/>
        <a:buChar char="•"/>
        <a:defRPr sz="1323" kern="1200">
          <a:solidFill>
            <a:schemeClr val="tx1"/>
          </a:solidFill>
          <a:latin typeface="+mn-lt"/>
          <a:ea typeface="+mn-ea"/>
          <a:cs typeface="+mn-cs"/>
        </a:defRPr>
      </a:lvl4pPr>
      <a:lvl5pPr marL="1512189" indent="-168021" algn="l" defTabSz="672084" rtl="0" eaLnBrk="1" latinLnBrk="0" hangingPunct="1">
        <a:lnSpc>
          <a:spcPct val="90000"/>
        </a:lnSpc>
        <a:spcBef>
          <a:spcPts val="368"/>
        </a:spcBef>
        <a:buFont typeface="Arial" panose="020B0604020202020204" pitchFamily="34" charset="0"/>
        <a:buChar char="•"/>
        <a:defRPr sz="1323" kern="1200">
          <a:solidFill>
            <a:schemeClr val="tx1"/>
          </a:solidFill>
          <a:latin typeface="+mn-lt"/>
          <a:ea typeface="+mn-ea"/>
          <a:cs typeface="+mn-cs"/>
        </a:defRPr>
      </a:lvl5pPr>
      <a:lvl6pPr marL="1848231" indent="-168021" algn="l" defTabSz="672084" rtl="0" eaLnBrk="1" latinLnBrk="0" hangingPunct="1">
        <a:lnSpc>
          <a:spcPct val="90000"/>
        </a:lnSpc>
        <a:spcBef>
          <a:spcPts val="368"/>
        </a:spcBef>
        <a:buFont typeface="Arial" panose="020B0604020202020204" pitchFamily="34" charset="0"/>
        <a:buChar char="•"/>
        <a:defRPr sz="1323" kern="1200">
          <a:solidFill>
            <a:schemeClr val="tx1"/>
          </a:solidFill>
          <a:latin typeface="+mn-lt"/>
          <a:ea typeface="+mn-ea"/>
          <a:cs typeface="+mn-cs"/>
        </a:defRPr>
      </a:lvl6pPr>
      <a:lvl7pPr marL="2184273" indent="-168021" algn="l" defTabSz="672084" rtl="0" eaLnBrk="1" latinLnBrk="0" hangingPunct="1">
        <a:lnSpc>
          <a:spcPct val="90000"/>
        </a:lnSpc>
        <a:spcBef>
          <a:spcPts val="368"/>
        </a:spcBef>
        <a:buFont typeface="Arial" panose="020B0604020202020204" pitchFamily="34" charset="0"/>
        <a:buChar char="•"/>
        <a:defRPr sz="1323" kern="1200">
          <a:solidFill>
            <a:schemeClr val="tx1"/>
          </a:solidFill>
          <a:latin typeface="+mn-lt"/>
          <a:ea typeface="+mn-ea"/>
          <a:cs typeface="+mn-cs"/>
        </a:defRPr>
      </a:lvl7pPr>
      <a:lvl8pPr marL="2520315" indent="-168021" algn="l" defTabSz="672084" rtl="0" eaLnBrk="1" latinLnBrk="0" hangingPunct="1">
        <a:lnSpc>
          <a:spcPct val="90000"/>
        </a:lnSpc>
        <a:spcBef>
          <a:spcPts val="368"/>
        </a:spcBef>
        <a:buFont typeface="Arial" panose="020B0604020202020204" pitchFamily="34" charset="0"/>
        <a:buChar char="•"/>
        <a:defRPr sz="1323" kern="1200">
          <a:solidFill>
            <a:schemeClr val="tx1"/>
          </a:solidFill>
          <a:latin typeface="+mn-lt"/>
          <a:ea typeface="+mn-ea"/>
          <a:cs typeface="+mn-cs"/>
        </a:defRPr>
      </a:lvl8pPr>
      <a:lvl9pPr marL="2856357" indent="-168021" algn="l" defTabSz="672084" rtl="0" eaLnBrk="1" latinLnBrk="0" hangingPunct="1">
        <a:lnSpc>
          <a:spcPct val="90000"/>
        </a:lnSpc>
        <a:spcBef>
          <a:spcPts val="368"/>
        </a:spcBef>
        <a:buFont typeface="Arial" panose="020B0604020202020204" pitchFamily="34" charset="0"/>
        <a:buChar char="•"/>
        <a:defRPr sz="132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72084" rtl="0" eaLnBrk="1" latinLnBrk="0" hangingPunct="1">
        <a:defRPr sz="1323" kern="1200">
          <a:solidFill>
            <a:schemeClr val="tx1"/>
          </a:solidFill>
          <a:latin typeface="+mn-lt"/>
          <a:ea typeface="+mn-ea"/>
          <a:cs typeface="+mn-cs"/>
        </a:defRPr>
      </a:lvl1pPr>
      <a:lvl2pPr marL="336042" algn="l" defTabSz="672084" rtl="0" eaLnBrk="1" latinLnBrk="0" hangingPunct="1">
        <a:defRPr sz="1323" kern="1200">
          <a:solidFill>
            <a:schemeClr val="tx1"/>
          </a:solidFill>
          <a:latin typeface="+mn-lt"/>
          <a:ea typeface="+mn-ea"/>
          <a:cs typeface="+mn-cs"/>
        </a:defRPr>
      </a:lvl2pPr>
      <a:lvl3pPr marL="672084" algn="l" defTabSz="672084" rtl="0" eaLnBrk="1" latinLnBrk="0" hangingPunct="1">
        <a:defRPr sz="1323" kern="1200">
          <a:solidFill>
            <a:schemeClr val="tx1"/>
          </a:solidFill>
          <a:latin typeface="+mn-lt"/>
          <a:ea typeface="+mn-ea"/>
          <a:cs typeface="+mn-cs"/>
        </a:defRPr>
      </a:lvl3pPr>
      <a:lvl4pPr marL="1008126" algn="l" defTabSz="672084" rtl="0" eaLnBrk="1" latinLnBrk="0" hangingPunct="1">
        <a:defRPr sz="1323" kern="1200">
          <a:solidFill>
            <a:schemeClr val="tx1"/>
          </a:solidFill>
          <a:latin typeface="+mn-lt"/>
          <a:ea typeface="+mn-ea"/>
          <a:cs typeface="+mn-cs"/>
        </a:defRPr>
      </a:lvl4pPr>
      <a:lvl5pPr marL="1344168" algn="l" defTabSz="672084" rtl="0" eaLnBrk="1" latinLnBrk="0" hangingPunct="1">
        <a:defRPr sz="1323" kern="1200">
          <a:solidFill>
            <a:schemeClr val="tx1"/>
          </a:solidFill>
          <a:latin typeface="+mn-lt"/>
          <a:ea typeface="+mn-ea"/>
          <a:cs typeface="+mn-cs"/>
        </a:defRPr>
      </a:lvl5pPr>
      <a:lvl6pPr marL="1680210" algn="l" defTabSz="672084" rtl="0" eaLnBrk="1" latinLnBrk="0" hangingPunct="1">
        <a:defRPr sz="1323" kern="1200">
          <a:solidFill>
            <a:schemeClr val="tx1"/>
          </a:solidFill>
          <a:latin typeface="+mn-lt"/>
          <a:ea typeface="+mn-ea"/>
          <a:cs typeface="+mn-cs"/>
        </a:defRPr>
      </a:lvl6pPr>
      <a:lvl7pPr marL="2016252" algn="l" defTabSz="672084" rtl="0" eaLnBrk="1" latinLnBrk="0" hangingPunct="1">
        <a:defRPr sz="1323" kern="1200">
          <a:solidFill>
            <a:schemeClr val="tx1"/>
          </a:solidFill>
          <a:latin typeface="+mn-lt"/>
          <a:ea typeface="+mn-ea"/>
          <a:cs typeface="+mn-cs"/>
        </a:defRPr>
      </a:lvl7pPr>
      <a:lvl8pPr marL="2352294" algn="l" defTabSz="672084" rtl="0" eaLnBrk="1" latinLnBrk="0" hangingPunct="1">
        <a:defRPr sz="1323" kern="1200">
          <a:solidFill>
            <a:schemeClr val="tx1"/>
          </a:solidFill>
          <a:latin typeface="+mn-lt"/>
          <a:ea typeface="+mn-ea"/>
          <a:cs typeface="+mn-cs"/>
        </a:defRPr>
      </a:lvl8pPr>
      <a:lvl9pPr marL="2688336" algn="l" defTabSz="672084" rtl="0" eaLnBrk="1" latinLnBrk="0" hangingPunct="1">
        <a:defRPr sz="1323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jpeg"/><Relationship Id="rId3" Type="http://schemas.openxmlformats.org/officeDocument/2006/relationships/image" Target="../media/image2.png"/><Relationship Id="rId7" Type="http://schemas.openxmlformats.org/officeDocument/2006/relationships/image" Target="../media/image6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jpe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8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90000"/>
            <a:lumOff val="1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Picture 22" descr="A person with a beard&#10;&#10;AI-generated content may be incorrect.">
            <a:extLst>
              <a:ext uri="{FF2B5EF4-FFF2-40B4-BE49-F238E27FC236}">
                <a16:creationId xmlns:a16="http://schemas.microsoft.com/office/drawing/2014/main" id="{373F2B76-5AFD-B780-2F7F-B6257C824F7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64210" y="612048"/>
            <a:ext cx="1842637" cy="1842637"/>
          </a:xfrm>
          <a:prstGeom prst="rect">
            <a:avLst/>
          </a:prstGeom>
          <a:effectLst>
            <a:softEdge rad="50800"/>
          </a:effectLst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D85F9E39-BDFA-1BA0-93C9-2F61D7AF5D1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641352" y="612048"/>
            <a:ext cx="1842637" cy="1842637"/>
          </a:xfrm>
          <a:prstGeom prst="rect">
            <a:avLst/>
          </a:prstGeom>
          <a:effectLst>
            <a:softEdge rad="50800"/>
          </a:effectLst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0132CC44-CBAB-4885-8C3F-A6EC2FAFBA0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464210" y="2632126"/>
            <a:ext cx="1842637" cy="1842637"/>
          </a:xfrm>
          <a:prstGeom prst="rect">
            <a:avLst/>
          </a:prstGeom>
          <a:effectLst>
            <a:softEdge rad="50800"/>
          </a:effectLst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AD317F63-2596-9004-84E0-573C6524E12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641352" y="2632126"/>
            <a:ext cx="1842637" cy="1842637"/>
          </a:xfrm>
          <a:prstGeom prst="rect">
            <a:avLst/>
          </a:prstGeom>
          <a:effectLst>
            <a:softEdge rad="50800"/>
          </a:effectLst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D68B1389-2EEA-C675-CF48-8DD4A0A22380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17556" y="612048"/>
            <a:ext cx="1842637" cy="1842637"/>
          </a:xfrm>
          <a:prstGeom prst="rect">
            <a:avLst/>
          </a:prstGeom>
          <a:effectLst>
            <a:softEdge rad="50800"/>
          </a:effectLst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4D34F832-8B36-4D2B-5BB8-88C0F66FDA4B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494699" y="612048"/>
            <a:ext cx="1842637" cy="1842637"/>
          </a:xfrm>
          <a:prstGeom prst="rect">
            <a:avLst/>
          </a:prstGeom>
          <a:effectLst>
            <a:softEdge rad="50800"/>
          </a:effectLst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E8CFBE31-E560-F280-0F70-C19E6AE8A60A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17556" y="2632126"/>
            <a:ext cx="1842637" cy="1842637"/>
          </a:xfrm>
          <a:prstGeom prst="rect">
            <a:avLst/>
          </a:prstGeom>
          <a:effectLst>
            <a:softEdge rad="50800"/>
          </a:effectLst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3F5ADC93-8CE4-92F9-40A4-1961D5D147B7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494699" y="2632126"/>
            <a:ext cx="1842637" cy="1842637"/>
          </a:xfrm>
          <a:prstGeom prst="rect">
            <a:avLst/>
          </a:prstGeom>
          <a:effectLst>
            <a:softEdge rad="50800"/>
          </a:effectLst>
        </p:spPr>
      </p:pic>
      <p:sp>
        <p:nvSpPr>
          <p:cNvPr id="34" name="Arrow: Right 33">
            <a:extLst>
              <a:ext uri="{FF2B5EF4-FFF2-40B4-BE49-F238E27FC236}">
                <a16:creationId xmlns:a16="http://schemas.microsoft.com/office/drawing/2014/main" id="{FDCE162A-55A7-D8FE-725B-7AA05F35F57E}"/>
              </a:ext>
            </a:extLst>
          </p:cNvPr>
          <p:cNvSpPr/>
          <p:nvPr/>
        </p:nvSpPr>
        <p:spPr>
          <a:xfrm>
            <a:off x="4624395" y="2146333"/>
            <a:ext cx="1552756" cy="747645"/>
          </a:xfrm>
          <a:prstGeom prst="rightArrow">
            <a:avLst/>
          </a:prstGeom>
          <a:solidFill>
            <a:srgbClr val="D9D2C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70424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90000"/>
            <a:lumOff val="1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E0DBBDFD-C972-7A00-A0EC-D13493BF230F}"/>
              </a:ext>
            </a:extLst>
          </p:cNvPr>
          <p:cNvSpPr/>
          <p:nvPr/>
        </p:nvSpPr>
        <p:spPr>
          <a:xfrm>
            <a:off x="2379130" y="1141675"/>
            <a:ext cx="1642532" cy="453368"/>
          </a:xfrm>
          <a:prstGeom prst="roundRect">
            <a:avLst/>
          </a:prstGeom>
          <a:noFill/>
          <a:ln w="19050">
            <a:solidFill>
              <a:srgbClr val="D9D2C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Researcher Agent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65AB92D4-2B7A-51BC-79D4-CB3F8B1E8DDE}"/>
              </a:ext>
            </a:extLst>
          </p:cNvPr>
          <p:cNvSpPr/>
          <p:nvPr/>
        </p:nvSpPr>
        <p:spPr>
          <a:xfrm>
            <a:off x="4656664" y="1141676"/>
            <a:ext cx="1642532" cy="453368"/>
          </a:xfrm>
          <a:prstGeom prst="roundRect">
            <a:avLst/>
          </a:prstGeom>
          <a:noFill/>
          <a:ln w="19050">
            <a:solidFill>
              <a:srgbClr val="D9D2C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Writer Agent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E616B755-18B3-341C-F702-2CDCE1901F59}"/>
              </a:ext>
            </a:extLst>
          </p:cNvPr>
          <p:cNvSpPr/>
          <p:nvPr/>
        </p:nvSpPr>
        <p:spPr>
          <a:xfrm>
            <a:off x="6934198" y="1141674"/>
            <a:ext cx="1642532" cy="453368"/>
          </a:xfrm>
          <a:prstGeom prst="roundRect">
            <a:avLst/>
          </a:prstGeom>
          <a:noFill/>
          <a:ln w="19050">
            <a:solidFill>
              <a:srgbClr val="D9D2C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Editor Agent</a:t>
            </a:r>
          </a:p>
        </p:txBody>
      </p:sp>
      <p:pic>
        <p:nvPicPr>
          <p:cNvPr id="1028" name="Picture 4" descr="Robot - Icônes la technologie gratuites">
            <a:extLst>
              <a:ext uri="{FF2B5EF4-FFF2-40B4-BE49-F238E27FC236}">
                <a16:creationId xmlns:a16="http://schemas.microsoft.com/office/drawing/2014/main" id="{4BC95260-E083-C67F-4F7C-121EBAC1A86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18676" y="781873"/>
            <a:ext cx="553244" cy="4077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4" descr="Robot - Icônes la technologie gratuites">
            <a:extLst>
              <a:ext uri="{FF2B5EF4-FFF2-40B4-BE49-F238E27FC236}">
                <a16:creationId xmlns:a16="http://schemas.microsoft.com/office/drawing/2014/main" id="{E3B3C182-2BCF-4405-ECEC-90129397A44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98988" y="781873"/>
            <a:ext cx="553244" cy="4077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4" descr="Robot - Icônes la technologie gratuites">
            <a:extLst>
              <a:ext uri="{FF2B5EF4-FFF2-40B4-BE49-F238E27FC236}">
                <a16:creationId xmlns:a16="http://schemas.microsoft.com/office/drawing/2014/main" id="{A192A9B1-17DC-81C9-8D8A-5F72FA608D4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76522" y="781873"/>
            <a:ext cx="553244" cy="4077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6000B3EB-8538-3E74-E507-5C7D343A90E3}"/>
              </a:ext>
            </a:extLst>
          </p:cNvPr>
          <p:cNvCxnSpPr>
            <a:cxnSpLocks/>
            <a:stCxn id="2" idx="3"/>
            <a:endCxn id="3" idx="1"/>
          </p:cNvCxnSpPr>
          <p:nvPr/>
        </p:nvCxnSpPr>
        <p:spPr>
          <a:xfrm>
            <a:off x="4021662" y="1368359"/>
            <a:ext cx="635002" cy="1"/>
          </a:xfrm>
          <a:prstGeom prst="straightConnector1">
            <a:avLst/>
          </a:prstGeom>
          <a:ln w="19050">
            <a:solidFill>
              <a:srgbClr val="D9D2C8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8A210D42-B3FC-0A10-C99C-FD281F92BA1A}"/>
              </a:ext>
            </a:extLst>
          </p:cNvPr>
          <p:cNvCxnSpPr>
            <a:cxnSpLocks/>
            <a:stCxn id="3" idx="3"/>
            <a:endCxn id="4" idx="1"/>
          </p:cNvCxnSpPr>
          <p:nvPr/>
        </p:nvCxnSpPr>
        <p:spPr>
          <a:xfrm flipV="1">
            <a:off x="6299196" y="1368358"/>
            <a:ext cx="635002" cy="2"/>
          </a:xfrm>
          <a:prstGeom prst="straightConnector1">
            <a:avLst/>
          </a:prstGeom>
          <a:ln w="19050">
            <a:solidFill>
              <a:srgbClr val="D9D2C8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AA2A1412-9D6A-FADE-FA0C-86383BBC177E}"/>
              </a:ext>
            </a:extLst>
          </p:cNvPr>
          <p:cNvSpPr/>
          <p:nvPr/>
        </p:nvSpPr>
        <p:spPr>
          <a:xfrm>
            <a:off x="2218263" y="736808"/>
            <a:ext cx="6527804" cy="1963397"/>
          </a:xfrm>
          <a:prstGeom prst="roundRect">
            <a:avLst/>
          </a:prstGeom>
          <a:noFill/>
          <a:ln w="6350">
            <a:solidFill>
              <a:srgbClr val="D9D2C8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dirty="0"/>
          </a:p>
        </p:txBody>
      </p:sp>
      <p:pic>
        <p:nvPicPr>
          <p:cNvPr id="1030" name="Picture 6" descr="Free Laptop User Icon - Download SVG, PNG for Business | IconScout">
            <a:extLst>
              <a:ext uri="{FF2B5EF4-FFF2-40B4-BE49-F238E27FC236}">
                <a16:creationId xmlns:a16="http://schemas.microsoft.com/office/drawing/2014/main" id="{B60DEE5C-1C1A-5AAE-A321-42A95C1AA86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4689" y="2182223"/>
            <a:ext cx="760350" cy="7312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Result - Free files and folders icons">
            <a:extLst>
              <a:ext uri="{FF2B5EF4-FFF2-40B4-BE49-F238E27FC236}">
                <a16:creationId xmlns:a16="http://schemas.microsoft.com/office/drawing/2014/main" id="{6AC579AF-CC9A-0FC8-2804-8629C7D3704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51364" y="2176029"/>
            <a:ext cx="737421" cy="7374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" name="Picture 14" descr="Tools - Free marketing icons">
            <a:extLst>
              <a:ext uri="{FF2B5EF4-FFF2-40B4-BE49-F238E27FC236}">
                <a16:creationId xmlns:a16="http://schemas.microsoft.com/office/drawing/2014/main" id="{B7E8C61A-3FEF-B063-EE0F-47263D8CDA7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20432" y="2950743"/>
            <a:ext cx="561577" cy="5615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" name="Picture 14" descr="Tools - Free marketing icons">
            <a:extLst>
              <a:ext uri="{FF2B5EF4-FFF2-40B4-BE49-F238E27FC236}">
                <a16:creationId xmlns:a16="http://schemas.microsoft.com/office/drawing/2014/main" id="{68ACAA10-EBCE-CA80-5AB7-1982D6F22CE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78028" y="2950743"/>
            <a:ext cx="561577" cy="5615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9BB77D47-7249-0AE9-E5B3-571A0741A188}"/>
              </a:ext>
            </a:extLst>
          </p:cNvPr>
          <p:cNvCxnSpPr>
            <a:stCxn id="14" idx="3"/>
            <a:endCxn id="15" idx="1"/>
          </p:cNvCxnSpPr>
          <p:nvPr/>
        </p:nvCxnSpPr>
        <p:spPr>
          <a:xfrm>
            <a:off x="3682009" y="3231532"/>
            <a:ext cx="3596019" cy="0"/>
          </a:xfrm>
          <a:prstGeom prst="line">
            <a:avLst/>
          </a:prstGeom>
          <a:ln w="19050">
            <a:solidFill>
              <a:srgbClr val="D9D2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038" name="Picture 14" descr="Tools - Free marketing icons">
            <a:extLst>
              <a:ext uri="{FF2B5EF4-FFF2-40B4-BE49-F238E27FC236}">
                <a16:creationId xmlns:a16="http://schemas.microsoft.com/office/drawing/2014/main" id="{04FF800C-6B41-0D77-390A-574F0ED5D7B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99230" y="2947328"/>
            <a:ext cx="561577" cy="5615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FEC09B11-F142-0C27-AF21-C1F33A5D3283}"/>
              </a:ext>
            </a:extLst>
          </p:cNvPr>
          <p:cNvCxnSpPr>
            <a:cxnSpLocks/>
            <a:stCxn id="13" idx="2"/>
            <a:endCxn id="1038" idx="0"/>
          </p:cNvCxnSpPr>
          <p:nvPr/>
        </p:nvCxnSpPr>
        <p:spPr>
          <a:xfrm flipH="1">
            <a:off x="5480019" y="2700205"/>
            <a:ext cx="2146" cy="247123"/>
          </a:xfrm>
          <a:prstGeom prst="line">
            <a:avLst/>
          </a:prstGeom>
          <a:ln w="19050">
            <a:solidFill>
              <a:srgbClr val="D9D2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B6F293BE-13DE-8603-A11B-D97E9A2B497C}"/>
              </a:ext>
            </a:extLst>
          </p:cNvPr>
          <p:cNvSpPr/>
          <p:nvPr/>
        </p:nvSpPr>
        <p:spPr>
          <a:xfrm>
            <a:off x="2579954" y="3893806"/>
            <a:ext cx="1642532" cy="561575"/>
          </a:xfrm>
          <a:prstGeom prst="roundRect">
            <a:avLst/>
          </a:prstGeom>
          <a:noFill/>
          <a:ln w="19050">
            <a:solidFill>
              <a:srgbClr val="D9D2C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Web Search</a:t>
            </a:r>
          </a:p>
          <a:p>
            <a:pPr algn="ctr"/>
            <a:r>
              <a:rPr lang="en-US" sz="1400" dirty="0"/>
              <a:t>Tool</a:t>
            </a:r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55FC94D0-6CF8-7C2C-9FFF-22379372D257}"/>
              </a:ext>
            </a:extLst>
          </p:cNvPr>
          <p:cNvSpPr/>
          <p:nvPr/>
        </p:nvSpPr>
        <p:spPr>
          <a:xfrm>
            <a:off x="4658205" y="3893806"/>
            <a:ext cx="1642532" cy="561575"/>
          </a:xfrm>
          <a:prstGeom prst="roundRect">
            <a:avLst/>
          </a:prstGeom>
          <a:noFill/>
          <a:ln w="19050">
            <a:solidFill>
              <a:srgbClr val="D9D2C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Page Scraper</a:t>
            </a:r>
          </a:p>
          <a:p>
            <a:pPr algn="ctr"/>
            <a:r>
              <a:rPr lang="en-US" sz="1400" dirty="0"/>
              <a:t>Tool</a:t>
            </a:r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7A632CBC-1269-2B16-FAD9-39D8E251A553}"/>
              </a:ext>
            </a:extLst>
          </p:cNvPr>
          <p:cNvSpPr/>
          <p:nvPr/>
        </p:nvSpPr>
        <p:spPr>
          <a:xfrm>
            <a:off x="6737550" y="3889732"/>
            <a:ext cx="1642532" cy="561575"/>
          </a:xfrm>
          <a:prstGeom prst="roundRect">
            <a:avLst/>
          </a:prstGeom>
          <a:noFill/>
          <a:ln w="19050">
            <a:solidFill>
              <a:srgbClr val="D9D2C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File Manager</a:t>
            </a:r>
          </a:p>
          <a:p>
            <a:pPr algn="ctr"/>
            <a:r>
              <a:rPr lang="en-US" sz="1400" dirty="0"/>
              <a:t>Tool</a:t>
            </a:r>
          </a:p>
        </p:txBody>
      </p: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79A63A04-EA2A-0418-2DC1-3B79FC09A5AF}"/>
              </a:ext>
            </a:extLst>
          </p:cNvPr>
          <p:cNvCxnSpPr>
            <a:cxnSpLocks/>
            <a:stCxn id="15" idx="2"/>
            <a:endCxn id="30" idx="0"/>
          </p:cNvCxnSpPr>
          <p:nvPr/>
        </p:nvCxnSpPr>
        <p:spPr>
          <a:xfrm flipH="1">
            <a:off x="7558816" y="3512320"/>
            <a:ext cx="1" cy="377412"/>
          </a:xfrm>
          <a:prstGeom prst="straightConnector1">
            <a:avLst/>
          </a:prstGeom>
          <a:ln w="19050">
            <a:solidFill>
              <a:srgbClr val="D9D2C8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02AB761F-AC91-03E9-5E2E-7E7232A4CF4F}"/>
              </a:ext>
            </a:extLst>
          </p:cNvPr>
          <p:cNvCxnSpPr>
            <a:cxnSpLocks/>
            <a:stCxn id="1038" idx="2"/>
            <a:endCxn id="29" idx="0"/>
          </p:cNvCxnSpPr>
          <p:nvPr/>
        </p:nvCxnSpPr>
        <p:spPr>
          <a:xfrm flipH="1">
            <a:off x="5479471" y="3508905"/>
            <a:ext cx="548" cy="384901"/>
          </a:xfrm>
          <a:prstGeom prst="straightConnector1">
            <a:avLst/>
          </a:prstGeom>
          <a:ln w="19050">
            <a:solidFill>
              <a:srgbClr val="D9D2C8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AFB38DE8-FD16-AFEC-0B06-8CC1EBF77B19}"/>
              </a:ext>
            </a:extLst>
          </p:cNvPr>
          <p:cNvCxnSpPr>
            <a:cxnSpLocks/>
            <a:stCxn id="14" idx="2"/>
            <a:endCxn id="28" idx="0"/>
          </p:cNvCxnSpPr>
          <p:nvPr/>
        </p:nvCxnSpPr>
        <p:spPr>
          <a:xfrm flipH="1">
            <a:off x="3401220" y="3512320"/>
            <a:ext cx="1" cy="381486"/>
          </a:xfrm>
          <a:prstGeom prst="straightConnector1">
            <a:avLst/>
          </a:prstGeom>
          <a:ln w="19050">
            <a:solidFill>
              <a:srgbClr val="D9D2C8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Rectangle 55">
            <a:extLst>
              <a:ext uri="{FF2B5EF4-FFF2-40B4-BE49-F238E27FC236}">
                <a16:creationId xmlns:a16="http://schemas.microsoft.com/office/drawing/2014/main" id="{903F1823-0647-CB7A-0E96-D1A82F2B271C}"/>
              </a:ext>
            </a:extLst>
          </p:cNvPr>
          <p:cNvSpPr/>
          <p:nvPr/>
        </p:nvSpPr>
        <p:spPr>
          <a:xfrm>
            <a:off x="2053695" y="522513"/>
            <a:ext cx="6895571" cy="4049486"/>
          </a:xfrm>
          <a:prstGeom prst="rect">
            <a:avLst/>
          </a:prstGeom>
          <a:noFill/>
          <a:ln>
            <a:solidFill>
              <a:srgbClr val="D9D2C8"/>
            </a:solidFill>
            <a:prstDash val="dash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cxnSp>
        <p:nvCxnSpPr>
          <p:cNvPr id="61" name="Straight Arrow Connector 60">
            <a:extLst>
              <a:ext uri="{FF2B5EF4-FFF2-40B4-BE49-F238E27FC236}">
                <a16:creationId xmlns:a16="http://schemas.microsoft.com/office/drawing/2014/main" id="{1EF8BF81-0BC5-3DAF-3789-4FD8976E0C10}"/>
              </a:ext>
            </a:extLst>
          </p:cNvPr>
          <p:cNvCxnSpPr>
            <a:cxnSpLocks/>
            <a:stCxn id="56" idx="3"/>
            <a:endCxn id="1032" idx="1"/>
          </p:cNvCxnSpPr>
          <p:nvPr/>
        </p:nvCxnSpPr>
        <p:spPr>
          <a:xfrm flipV="1">
            <a:off x="8949266" y="2544740"/>
            <a:ext cx="702098" cy="2516"/>
          </a:xfrm>
          <a:prstGeom prst="straightConnector1">
            <a:avLst/>
          </a:prstGeom>
          <a:ln w="19050">
            <a:solidFill>
              <a:srgbClr val="D9D2C8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4" name="Straight Arrow Connector 1023">
            <a:extLst>
              <a:ext uri="{FF2B5EF4-FFF2-40B4-BE49-F238E27FC236}">
                <a16:creationId xmlns:a16="http://schemas.microsoft.com/office/drawing/2014/main" id="{C7A271D5-FDF2-9073-E7E5-C1852E80A7D9}"/>
              </a:ext>
            </a:extLst>
          </p:cNvPr>
          <p:cNvCxnSpPr>
            <a:cxnSpLocks/>
            <a:stCxn id="1030" idx="3"/>
            <a:endCxn id="56" idx="1"/>
          </p:cNvCxnSpPr>
          <p:nvPr/>
        </p:nvCxnSpPr>
        <p:spPr>
          <a:xfrm flipV="1">
            <a:off x="1285039" y="2547256"/>
            <a:ext cx="768656" cy="581"/>
          </a:xfrm>
          <a:prstGeom prst="straightConnector1">
            <a:avLst/>
          </a:prstGeom>
          <a:ln w="19050">
            <a:solidFill>
              <a:srgbClr val="D9D2C8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D9881745-3D55-4E4D-9F96-0BA991E45EE0}"/>
              </a:ext>
            </a:extLst>
          </p:cNvPr>
          <p:cNvSpPr/>
          <p:nvPr/>
        </p:nvSpPr>
        <p:spPr>
          <a:xfrm>
            <a:off x="2380277" y="2015974"/>
            <a:ext cx="1642532" cy="453368"/>
          </a:xfrm>
          <a:prstGeom prst="roundRect">
            <a:avLst/>
          </a:prstGeom>
          <a:noFill/>
          <a:ln w="19050">
            <a:solidFill>
              <a:srgbClr val="D9D2C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Researcher Task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F165E03A-A92C-6975-7D49-742721E41489}"/>
              </a:ext>
            </a:extLst>
          </p:cNvPr>
          <p:cNvSpPr/>
          <p:nvPr/>
        </p:nvSpPr>
        <p:spPr>
          <a:xfrm>
            <a:off x="4657811" y="2015975"/>
            <a:ext cx="1642532" cy="453368"/>
          </a:xfrm>
          <a:prstGeom prst="roundRect">
            <a:avLst/>
          </a:prstGeom>
          <a:noFill/>
          <a:ln w="19050">
            <a:solidFill>
              <a:srgbClr val="D9D2C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Writer Task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6578ABF8-3AC0-DBEC-0A66-71B26F806DF1}"/>
              </a:ext>
            </a:extLst>
          </p:cNvPr>
          <p:cNvSpPr/>
          <p:nvPr/>
        </p:nvSpPr>
        <p:spPr>
          <a:xfrm>
            <a:off x="6935345" y="2015973"/>
            <a:ext cx="1642532" cy="453368"/>
          </a:xfrm>
          <a:prstGeom prst="roundRect">
            <a:avLst/>
          </a:prstGeom>
          <a:noFill/>
          <a:ln w="19050">
            <a:solidFill>
              <a:srgbClr val="D9D2C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Editor Task</a:t>
            </a:r>
          </a:p>
        </p:txBody>
      </p: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C11543F9-B3D7-E695-FB47-26F74A5156C4}"/>
              </a:ext>
            </a:extLst>
          </p:cNvPr>
          <p:cNvCxnSpPr>
            <a:cxnSpLocks/>
            <a:stCxn id="17" idx="0"/>
            <a:endCxn id="2" idx="2"/>
          </p:cNvCxnSpPr>
          <p:nvPr/>
        </p:nvCxnSpPr>
        <p:spPr>
          <a:xfrm flipH="1" flipV="1">
            <a:off x="3200396" y="1595043"/>
            <a:ext cx="1147" cy="420931"/>
          </a:xfrm>
          <a:prstGeom prst="straightConnector1">
            <a:avLst/>
          </a:prstGeom>
          <a:ln w="19050">
            <a:solidFill>
              <a:srgbClr val="D9D2C8"/>
            </a:solidFill>
            <a:prstDash val="sysDash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5BE8151F-4D1B-C1B0-D90C-FEAC3DAD766E}"/>
              </a:ext>
            </a:extLst>
          </p:cNvPr>
          <p:cNvCxnSpPr>
            <a:cxnSpLocks/>
            <a:stCxn id="18" idx="0"/>
            <a:endCxn id="3" idx="2"/>
          </p:cNvCxnSpPr>
          <p:nvPr/>
        </p:nvCxnSpPr>
        <p:spPr>
          <a:xfrm flipH="1" flipV="1">
            <a:off x="5477930" y="1595044"/>
            <a:ext cx="1147" cy="420931"/>
          </a:xfrm>
          <a:prstGeom prst="straightConnector1">
            <a:avLst/>
          </a:prstGeom>
          <a:ln w="19050">
            <a:solidFill>
              <a:srgbClr val="D9D2C8"/>
            </a:solidFill>
            <a:prstDash val="sysDash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388758EB-C8A6-E9D8-DA73-9A40BAC5D269}"/>
              </a:ext>
            </a:extLst>
          </p:cNvPr>
          <p:cNvCxnSpPr>
            <a:cxnSpLocks/>
            <a:stCxn id="19" idx="0"/>
            <a:endCxn id="4" idx="2"/>
          </p:cNvCxnSpPr>
          <p:nvPr/>
        </p:nvCxnSpPr>
        <p:spPr>
          <a:xfrm flipH="1" flipV="1">
            <a:off x="7755464" y="1595042"/>
            <a:ext cx="1147" cy="420931"/>
          </a:xfrm>
          <a:prstGeom prst="straightConnector1">
            <a:avLst/>
          </a:prstGeom>
          <a:ln w="19050">
            <a:solidFill>
              <a:srgbClr val="D9D2C8"/>
            </a:solidFill>
            <a:prstDash val="sysDash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0615936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81</TotalTime>
  <Words>21</Words>
  <Application>Microsoft Office PowerPoint</Application>
  <PresentationFormat>Custom</PresentationFormat>
  <Paragraphs>12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DARIF Yassine</dc:creator>
  <cp:lastModifiedBy>DARIF Yassine</cp:lastModifiedBy>
  <cp:revision>9</cp:revision>
  <dcterms:created xsi:type="dcterms:W3CDTF">2026-01-15T21:20:44Z</dcterms:created>
  <dcterms:modified xsi:type="dcterms:W3CDTF">2026-01-24T21:03:47Z</dcterms:modified>
</cp:coreProperties>
</file>