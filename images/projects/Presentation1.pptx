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0799763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7F75"/>
    <a:srgbClr val="E3B8A9"/>
    <a:srgbClr val="D9D2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9971" y="824885"/>
            <a:ext cx="8099822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2647331"/>
            <a:ext cx="8099822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040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57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256579"/>
            <a:ext cx="9314796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3373044"/>
            <a:ext cx="9314796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82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940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1341750"/>
            <a:ext cx="4589899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1341750"/>
            <a:ext cx="4589899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3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268350"/>
            <a:ext cx="9314796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1" y="1235577"/>
            <a:ext cx="45688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1" y="1841114"/>
            <a:ext cx="45688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0" y="1235577"/>
            <a:ext cx="45913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0" y="1841114"/>
            <a:ext cx="45913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256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15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6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36021"/>
            <a:ext cx="3483204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725712"/>
            <a:ext cx="5467380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512094"/>
            <a:ext cx="3483204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33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36021"/>
            <a:ext cx="3483204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725712"/>
            <a:ext cx="5467380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512094"/>
            <a:ext cx="3483204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477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5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0" y="268350"/>
            <a:ext cx="2328699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268350"/>
            <a:ext cx="6851100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503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268350"/>
            <a:ext cx="9314796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1341750"/>
            <a:ext cx="9314796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4671624"/>
            <a:ext cx="242994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10655-8652-4A1C-BE76-224AE6BB833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4671624"/>
            <a:ext cx="364492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4671624"/>
            <a:ext cx="242994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214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erson with a beard&#10;&#10;AI-generated content may be incorrect.">
            <a:extLst>
              <a:ext uri="{FF2B5EF4-FFF2-40B4-BE49-F238E27FC236}">
                <a16:creationId xmlns:a16="http://schemas.microsoft.com/office/drawing/2014/main" id="{373F2B76-5AFD-B780-2F7F-B6257C824F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210" y="612048"/>
            <a:ext cx="1842637" cy="18426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85F9E39-BDFA-1BA0-93C9-2F61D7AF5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352" y="612048"/>
            <a:ext cx="1842637" cy="184263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132CC44-CBAB-4885-8C3F-A6EC2FAFBA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64210" y="2632126"/>
            <a:ext cx="1842637" cy="184263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D317F63-2596-9004-84E0-573C6524E1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352" y="2632126"/>
            <a:ext cx="1842637" cy="184263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68B1389-2EEA-C675-CF48-8DD4A0A223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56" y="612048"/>
            <a:ext cx="1842637" cy="184263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34F832-8B36-4D2B-5BB8-88C0F66FDA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4699" y="612048"/>
            <a:ext cx="1842637" cy="184263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8CFBE31-E560-F280-0F70-C19E6AE8A6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56" y="2632126"/>
            <a:ext cx="1842637" cy="184263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F5ADC93-8CE4-92F9-40A4-1961D5D147B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4699" y="2632126"/>
            <a:ext cx="1842637" cy="1842637"/>
          </a:xfrm>
          <a:prstGeom prst="rect">
            <a:avLst/>
          </a:prstGeom>
        </p:spPr>
      </p:pic>
      <p:sp>
        <p:nvSpPr>
          <p:cNvPr id="34" name="Arrow: Right 33">
            <a:extLst>
              <a:ext uri="{FF2B5EF4-FFF2-40B4-BE49-F238E27FC236}">
                <a16:creationId xmlns:a16="http://schemas.microsoft.com/office/drawing/2014/main" id="{FDCE162A-55A7-D8FE-725B-7AA05F35F57E}"/>
              </a:ext>
            </a:extLst>
          </p:cNvPr>
          <p:cNvSpPr/>
          <p:nvPr/>
        </p:nvSpPr>
        <p:spPr>
          <a:xfrm>
            <a:off x="4624395" y="2146333"/>
            <a:ext cx="1552756" cy="747645"/>
          </a:xfrm>
          <a:prstGeom prst="rightArrow">
            <a:avLst/>
          </a:prstGeom>
          <a:solidFill>
            <a:srgbClr val="D9D2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042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DARIF Yassine</dc:creator>
  <cp:lastModifiedBy>DARIF Yassine</cp:lastModifiedBy>
  <cp:revision>1</cp:revision>
  <dcterms:created xsi:type="dcterms:W3CDTF">2026-01-15T21:20:44Z</dcterms:created>
  <dcterms:modified xsi:type="dcterms:W3CDTF">2026-01-15T21:25:13Z</dcterms:modified>
</cp:coreProperties>
</file>